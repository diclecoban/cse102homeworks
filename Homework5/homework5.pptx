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43"/>
  </p:normalViewPr>
  <p:slideViewPr>
    <p:cSldViewPr snapToGrid="0">
      <p:cViewPr varScale="1">
        <p:scale>
          <a:sx n="96" d="100"/>
          <a:sy n="96" d="100"/>
        </p:scale>
        <p:origin x="20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5D48052-FD66-2174-D2EB-703429E79E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F580FE7-11DA-5E83-06EF-2D93418DF1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04C6039-0185-A59E-41D0-BF4933484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EBD0-F26E-5640-9A05-4C552D85839D}" type="datetimeFigureOut">
              <a:rPr lang="tr-TR" smtClean="0"/>
              <a:t>21.04.2023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F7190EB-57E0-FEBD-8F90-0EBC93653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A996B07-DFB1-5F93-A1BB-9ED6CC2CA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6EB8-1010-3043-BC14-DDDE406D646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80540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9043B08-30E6-E5E5-1A0B-A2701DAE4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9B8C965-6110-CA9C-B5C2-B8A86EF75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A55CED0-1205-6E97-23E8-5B5D83D4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EBD0-F26E-5640-9A05-4C552D85839D}" type="datetimeFigureOut">
              <a:rPr lang="tr-TR" smtClean="0"/>
              <a:t>21.04.2023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0FCE51C-48F3-AFFA-501F-4A9067A1D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D426A7B-DFF1-9321-A707-EB6018C38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6EB8-1010-3043-BC14-DDDE406D646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1274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24A1878-D2F2-523D-5440-1FC7CABC7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5A2B61E-3F32-E37E-6551-0FAE7FA51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AE640E8-3F21-731F-099E-D933DF071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EBD0-F26E-5640-9A05-4C552D85839D}" type="datetimeFigureOut">
              <a:rPr lang="tr-TR" smtClean="0"/>
              <a:t>21.04.2023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668C441-0713-943D-5921-1D384C2C3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6453DE3-E78A-683A-C68A-2D1C3F42D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6EB8-1010-3043-BC14-DDDE406D646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6660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309C743-9B98-A89A-8704-21E5A5B6A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0A81C05-97FE-195E-5C19-7403A4A054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A2F4E10-EB75-433F-3B94-8A791B3C8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730576A-D67F-7D3B-84BC-DF59098AB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EBD0-F26E-5640-9A05-4C552D85839D}" type="datetimeFigureOut">
              <a:rPr lang="tr-TR" smtClean="0"/>
              <a:t>21.04.2023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84C77F1-684E-49FE-6BFB-7E913A91E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005DE88-19CD-0FD0-00D7-0A99AFE42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6EB8-1010-3043-BC14-DDDE406D646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4587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D52E3AA-E6BF-A4F1-71F3-8AE03B25C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175AD61-BEFD-9A34-12F2-B7D1EFA6C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818FF0A-0CC5-CEE1-52D3-4D18FAB52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46C2A908-739B-889C-33C6-CE8B05288A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A12ED00D-2B28-8900-31A4-E4B898FE38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28627D9C-B4E7-1CFB-589B-6C5C900C9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EBD0-F26E-5640-9A05-4C552D85839D}" type="datetimeFigureOut">
              <a:rPr lang="tr-TR" smtClean="0"/>
              <a:t>21.04.2023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E1C46182-EAB2-FD40-1ECD-AAB590D8B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8C25A76D-89BC-35E9-4A47-F72A9B5B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6EB8-1010-3043-BC14-DDDE406D646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48481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4EB44B3-DDF2-3D03-D0D8-8B4C38B0C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CC0FD7D8-919D-84AF-40E5-07711A3F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EBD0-F26E-5640-9A05-4C552D85839D}" type="datetimeFigureOut">
              <a:rPr lang="tr-TR" smtClean="0"/>
              <a:t>21.04.2023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F73EAF8-BBF4-839B-1458-3DAFF1732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C0CEABA9-489C-827F-D66A-0232D8A6C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6EB8-1010-3043-BC14-DDDE406D646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74592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94DA1F78-F1D4-5DA7-1967-38B8B43AA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EBD0-F26E-5640-9A05-4C552D85839D}" type="datetimeFigureOut">
              <a:rPr lang="tr-TR" smtClean="0"/>
              <a:t>21.04.2023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81C9A672-3758-AFF6-233F-9759EDFAB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1B91FB87-AD83-2C0B-0DA3-83D8F6236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6EB8-1010-3043-BC14-DDDE406D646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64988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C31A9FF-FE40-0ED6-B281-F7E984B7A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1E6CA71-096A-AD4F-97F2-F2E8A4C83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B3C0CA69-6B49-5409-1233-F7DC1B295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90863B9-92ED-4F59-B376-C005BCE7F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EBD0-F26E-5640-9A05-4C552D85839D}" type="datetimeFigureOut">
              <a:rPr lang="tr-TR" smtClean="0"/>
              <a:t>21.04.2023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307AFA7-B25F-74E1-FBE0-DB0564A9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A74C138-00D7-7DC2-AC5E-31910CD8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6EB8-1010-3043-BC14-DDDE406D646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62778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B132073-B048-8273-A64B-9A78C48AB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ADEF48E5-B20F-00B1-7EDB-933901A31B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E2616C8-99F8-44E8-EAF0-D7E8FC736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F018C3C-F537-BAE5-0DA3-4CE5B603D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EBD0-F26E-5640-9A05-4C552D85839D}" type="datetimeFigureOut">
              <a:rPr lang="tr-TR" smtClean="0"/>
              <a:t>21.04.2023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A1E1D6F-27D4-04CD-7E00-0B88F9A7B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396B86D-C74B-D0F5-40DB-AE41C6040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6EB8-1010-3043-BC14-DDDE406D646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88267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16D2859-D87F-D0E4-CF22-F138871EF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3F587BA9-04D3-D0AD-DAE6-46A3928CED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F848811-1050-8923-AD21-49B6B690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EBD0-F26E-5640-9A05-4C552D85839D}" type="datetimeFigureOut">
              <a:rPr lang="tr-TR" smtClean="0"/>
              <a:t>21.04.2023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6B3D726-BFB7-433E-2E68-571B251C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B03B44E-D917-7751-760A-9A7A1A3AB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6EB8-1010-3043-BC14-DDDE406D646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5194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DBA88BD6-F854-0D58-C09C-1F3C9826B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6E3E4761-9C88-E577-5E41-86C36FC37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E5D4359-FF5C-7403-4404-5BBB18D19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EBD0-F26E-5640-9A05-4C552D85839D}" type="datetimeFigureOut">
              <a:rPr lang="tr-TR" smtClean="0"/>
              <a:t>21.04.2023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3FF9487-19FD-8DCF-C834-C45E5F018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F2DC4CB-C9A4-29DB-6022-9D8C6C6EA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6EB8-1010-3043-BC14-DDDE406D646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61794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BE617118-EAF3-AA7E-3E9C-D07A14FB8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F794FE8-489D-1AD6-78FE-FB0504353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AB457D9-6219-118F-61CF-8ED1034039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8EBD0-F26E-5640-9A05-4C552D85839D}" type="datetimeFigureOut">
              <a:rPr lang="tr-TR" smtClean="0"/>
              <a:t>21.04.2023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20C0DE9-8F2B-2F21-9AE2-ED9B0AB00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77816C1-595D-5149-5AC1-62FF2F7F8B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E6EB8-1010-3043-BC14-DDDE406D646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2517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 içeren bir resim&#10;&#10;Açıklama otomatik olarak oluşturuldu">
            <a:extLst>
              <a:ext uri="{FF2B5EF4-FFF2-40B4-BE49-F238E27FC236}">
                <a16:creationId xmlns:a16="http://schemas.microsoft.com/office/drawing/2014/main" id="{FD6781C2-5FBB-91FB-C034-3C6EDF850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40" y="0"/>
            <a:ext cx="6344093" cy="6858000"/>
          </a:xfrm>
          <a:prstGeom prst="rect">
            <a:avLst/>
          </a:prstGeom>
        </p:spPr>
      </p:pic>
      <p:pic>
        <p:nvPicPr>
          <p:cNvPr id="7" name="Resim 6" descr="metin içeren bir resim&#10;&#10;Açıklama otomatik olarak oluşturuldu">
            <a:extLst>
              <a:ext uri="{FF2B5EF4-FFF2-40B4-BE49-F238E27FC236}">
                <a16:creationId xmlns:a16="http://schemas.microsoft.com/office/drawing/2014/main" id="{623ABA38-E432-1301-E99A-AE961F66D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137" y="2934796"/>
            <a:ext cx="5075307" cy="98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01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 içeren bir resim&#10;&#10;Açıklama otomatik olarak oluşturuldu">
            <a:extLst>
              <a:ext uri="{FF2B5EF4-FFF2-40B4-BE49-F238E27FC236}">
                <a16:creationId xmlns:a16="http://schemas.microsoft.com/office/drawing/2014/main" id="{96BC97F3-EB2D-F303-1A43-AED9E05C5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843" y="0"/>
            <a:ext cx="51768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914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 içeren bir resim&#10;&#10;Açıklama otomatik olarak oluşturuldu">
            <a:extLst>
              <a:ext uri="{FF2B5EF4-FFF2-40B4-BE49-F238E27FC236}">
                <a16:creationId xmlns:a16="http://schemas.microsoft.com/office/drawing/2014/main" id="{ACB8138C-5348-BF9B-72FA-C0E3DF47A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8" y="0"/>
            <a:ext cx="6058492" cy="6858000"/>
          </a:xfrm>
          <a:prstGeom prst="rect">
            <a:avLst/>
          </a:prstGeom>
        </p:spPr>
      </p:pic>
      <p:pic>
        <p:nvPicPr>
          <p:cNvPr id="5" name="Resim 4" descr="metin içeren bir resim&#10;&#10;Açıklama otomatik olarak oluşturuldu">
            <a:extLst>
              <a:ext uri="{FF2B5EF4-FFF2-40B4-BE49-F238E27FC236}">
                <a16:creationId xmlns:a16="http://schemas.microsoft.com/office/drawing/2014/main" id="{3CBAEA02-B888-DCD9-8704-749B3157E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402" y="2862470"/>
            <a:ext cx="5897090" cy="142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806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 içeren bir resim&#10;&#10;Açıklama otomatik olarak oluşturuldu">
            <a:extLst>
              <a:ext uri="{FF2B5EF4-FFF2-40B4-BE49-F238E27FC236}">
                <a16:creationId xmlns:a16="http://schemas.microsoft.com/office/drawing/2014/main" id="{9F06BCF6-2DE9-8A60-6AA7-0E4490CD4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05773" cy="6858000"/>
          </a:xfrm>
          <a:prstGeom prst="rect">
            <a:avLst/>
          </a:prstGeom>
        </p:spPr>
      </p:pic>
      <p:pic>
        <p:nvPicPr>
          <p:cNvPr id="5" name="Resim 4" descr="metin içeren bir resim&#10;&#10;Açıklama otomatik olarak oluşturuldu">
            <a:extLst>
              <a:ext uri="{FF2B5EF4-FFF2-40B4-BE49-F238E27FC236}">
                <a16:creationId xmlns:a16="http://schemas.microsoft.com/office/drawing/2014/main" id="{304FC585-DA48-A164-1C9C-0C7E1DABF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632" y="2557670"/>
            <a:ext cx="6825872" cy="202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314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Geniş ekran</PresentationFormat>
  <Paragraphs>0</Paragraphs>
  <Slides>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Teması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DİCLE ÇOBAN</dc:creator>
  <cp:lastModifiedBy>DİCLE ÇOBAN</cp:lastModifiedBy>
  <cp:revision>1</cp:revision>
  <dcterms:created xsi:type="dcterms:W3CDTF">2023-04-21T17:59:42Z</dcterms:created>
  <dcterms:modified xsi:type="dcterms:W3CDTF">2023-04-21T18:03:16Z</dcterms:modified>
</cp:coreProperties>
</file>