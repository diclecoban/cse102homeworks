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56" r:id="rId3"/>
    <p:sldId id="260" r:id="rId4"/>
    <p:sldId id="258" r:id="rId5"/>
    <p:sldId id="257" r:id="rId6"/>
    <p:sldId id="261" r:id="rId7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43"/>
  </p:normalViewPr>
  <p:slideViewPr>
    <p:cSldViewPr snapToGrid="0">
      <p:cViewPr varScale="1">
        <p:scale>
          <a:sx n="96" d="100"/>
          <a:sy n="96" d="100"/>
        </p:scale>
        <p:origin x="200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70B3F7D-5FC0-6FBF-843B-E69D892C5C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B2A8E565-76CF-FA0B-F8F7-FBEC0241A8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F390EA0-5A7F-DE6E-F3FA-09BBCFB5C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AB8D0-F268-DB4D-AC0E-3496DA592CE2}" type="datetimeFigureOut">
              <a:rPr lang="tr-TR" smtClean="0"/>
              <a:t>12.04.2023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E044780-18F9-C9EC-83B2-847EB2F5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78B2653-C63F-0C4F-0631-FA2CB5661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726A-43A1-394B-B17C-D6F6D73C2DE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65873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A4CDF45-8157-6CF8-95BB-ED55DCA84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C90907F-BB3E-0512-F957-C2DC0F36C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4207D2F-BAFF-CF06-C10F-F4034CBB7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AB8D0-F268-DB4D-AC0E-3496DA592CE2}" type="datetimeFigureOut">
              <a:rPr lang="tr-TR" smtClean="0"/>
              <a:t>12.04.2023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FCFE329-D95E-8424-ED6D-4F0FB31F5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63F5773-8DA3-A11B-925B-854250A3E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726A-43A1-394B-B17C-D6F6D73C2DE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31739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F591C1C-718C-39CB-C0C1-4C2B53FD1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A2928C1C-6851-9B94-A3B3-2CB5842C8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DC8134A-208E-B38C-932A-BADF3DC16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AB8D0-F268-DB4D-AC0E-3496DA592CE2}" type="datetimeFigureOut">
              <a:rPr lang="tr-TR" smtClean="0"/>
              <a:t>12.04.2023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B1D68DB-EC04-162C-3632-540FB957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CF8C977-88F6-CFCB-9B32-B6BDDF38C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726A-43A1-394B-B17C-D6F6D73C2DE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96554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D066316-212D-3AF2-A4BF-2F5CA4BFE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393ABF6-7F68-72C5-8D6C-4CD610625E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8C3A8D37-D0E5-BE3E-9381-D7F93FA3A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DF1EF34F-9CA5-6C6F-ADDB-01B4C9340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AB8D0-F268-DB4D-AC0E-3496DA592CE2}" type="datetimeFigureOut">
              <a:rPr lang="tr-TR" smtClean="0"/>
              <a:t>12.04.2023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C6E8E66F-7049-9749-B059-395789BF1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76532EFA-6F6F-019C-EB1C-68EF88985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726A-43A1-394B-B17C-D6F6D73C2DE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03429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E5EF01D-A77F-E704-C9D4-6500878ED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51359B36-4D46-BE3B-E158-9A24AABD3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70882704-C6A6-2D38-5D34-1FD944DCFB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8D5CD638-1B87-74D3-8B26-36983E5EFF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F9FE21F8-EC9E-4DD4-75A9-2D431CBE82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82F908C1-D0D5-B58F-D78B-04E157843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AB8D0-F268-DB4D-AC0E-3496DA592CE2}" type="datetimeFigureOut">
              <a:rPr lang="tr-TR" smtClean="0"/>
              <a:t>12.04.2023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98CC6CA8-1434-691D-11B0-E23B27ECB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BE17612B-92B0-E626-7F1A-15992D12D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726A-43A1-394B-B17C-D6F6D73C2DE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53131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A4DA5A6-0BC8-92B3-1C84-D5D59ABD8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2AB7DB35-8A28-6A5B-6C1F-A3410C1F8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AB8D0-F268-DB4D-AC0E-3496DA592CE2}" type="datetimeFigureOut">
              <a:rPr lang="tr-TR" smtClean="0"/>
              <a:t>12.04.2023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C854253A-DBB1-BC02-23B1-0F2A0A5B0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DB66FB99-3DE5-DD00-F532-22E0995E3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726A-43A1-394B-B17C-D6F6D73C2DE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87219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C23F6BE7-856A-66D8-9684-1BD9CA56D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AB8D0-F268-DB4D-AC0E-3496DA592CE2}" type="datetimeFigureOut">
              <a:rPr lang="tr-TR" smtClean="0"/>
              <a:t>12.04.2023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92857FE1-67FD-B75A-4580-C2DAD319B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B783BB83-5552-BE47-E79C-A7C293539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726A-43A1-394B-B17C-D6F6D73C2DE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68321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E50E2C2-844F-DE0E-87AB-27F79FBBB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3FA81A5-C196-FB7F-711F-6439B5FF6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5614423B-0A84-C24B-1036-BD83B316B4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7D751617-6BFD-F0C5-A8C1-5DCEF6D78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AB8D0-F268-DB4D-AC0E-3496DA592CE2}" type="datetimeFigureOut">
              <a:rPr lang="tr-TR" smtClean="0"/>
              <a:t>12.04.2023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12C47CE3-D397-5160-75ED-C85E91158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6F00CF54-B1B4-E050-AFF6-DE34D9267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726A-43A1-394B-B17C-D6F6D73C2DE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35889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2B78CBB-5D8A-BCCD-2C33-4C461FE47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FDED14D4-DA89-928F-A645-78D6CBB4F2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7765ACD7-1EC4-F051-3B2C-25A2DF27B8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74340CF8-F51F-89C8-7BDE-8ABB17337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AB8D0-F268-DB4D-AC0E-3496DA592CE2}" type="datetimeFigureOut">
              <a:rPr lang="tr-TR" smtClean="0"/>
              <a:t>12.04.2023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DD0BA387-8169-41E3-139E-01599FBCC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B15753F9-6D82-5F0A-A6D6-D6ACB8FD7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726A-43A1-394B-B17C-D6F6D73C2DE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2677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0207A7A-F4BB-8AFF-6076-9888DBAF3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835DCB39-6837-FD4C-7B2F-3516712026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D38B7FF-9599-DC43-6CE0-08DE0FD72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AB8D0-F268-DB4D-AC0E-3496DA592CE2}" type="datetimeFigureOut">
              <a:rPr lang="tr-TR" smtClean="0"/>
              <a:t>12.04.2023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8946016-7260-D004-048C-3D435BA9E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ED2E86F-BBC1-94D7-CE85-5850725E0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726A-43A1-394B-B17C-D6F6D73C2DE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50862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E9A94378-AF1D-911E-5A98-8479C61FC9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0407116F-6536-E3D9-FFE0-7FA84C5502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634D188-D963-F28E-F772-F80233A02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AB8D0-F268-DB4D-AC0E-3496DA592CE2}" type="datetimeFigureOut">
              <a:rPr lang="tr-TR" smtClean="0"/>
              <a:t>12.04.2023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AC1E3C1-EF8B-7BB8-1604-EB64EF6ED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1FB3072-B64A-5253-3DA0-FCD90468B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7726A-43A1-394B-B17C-D6F6D73C2DE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12201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5AABDE8F-BB8B-650C-A594-EE2863EF7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467E8BA9-0484-D91C-0C2D-6D43601F67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767A54B-2505-68AA-E6F7-030E084CF2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FAB8D0-F268-DB4D-AC0E-3496DA592CE2}" type="datetimeFigureOut">
              <a:rPr lang="tr-TR" smtClean="0"/>
              <a:t>12.04.2023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2AB4366-F24A-0A63-9BFB-88871A783A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6915559-37C6-A564-765F-FF34E9A854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87726A-43A1-394B-B17C-D6F6D73C2DE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72860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 içeren bir resim&#10;&#10;Açıklama otomatik olarak oluşturuldu">
            <a:extLst>
              <a:ext uri="{FF2B5EF4-FFF2-40B4-BE49-F238E27FC236}">
                <a16:creationId xmlns:a16="http://schemas.microsoft.com/office/drawing/2014/main" id="{E1E8625F-40F7-5BA4-EA3C-3F7CA91C1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7645" y="1008289"/>
            <a:ext cx="4256709" cy="4841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523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 descr="metin içeren bir resim&#10;&#10;Açıklama otomatik olarak oluşturuldu">
            <a:extLst>
              <a:ext uri="{FF2B5EF4-FFF2-40B4-BE49-F238E27FC236}">
                <a16:creationId xmlns:a16="http://schemas.microsoft.com/office/drawing/2014/main" id="{D0A675EA-3954-0E32-DF61-2D8948488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264644" cy="6858000"/>
          </a:xfrm>
          <a:prstGeom prst="rect">
            <a:avLst/>
          </a:prstGeom>
        </p:spPr>
      </p:pic>
      <p:pic>
        <p:nvPicPr>
          <p:cNvPr id="7" name="Resim 6" descr="metin içeren bir resim&#10;&#10;Açıklama otomatik olarak oluşturuldu">
            <a:extLst>
              <a:ext uri="{FF2B5EF4-FFF2-40B4-BE49-F238E27FC236}">
                <a16:creationId xmlns:a16="http://schemas.microsoft.com/office/drawing/2014/main" id="{DB8C4000-49A2-D435-97C9-5C2BB3C2C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800" y="1371600"/>
            <a:ext cx="49022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439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asa içeren bir resim&#10;&#10;Açıklama otomatik olarak oluşturuldu">
            <a:extLst>
              <a:ext uri="{FF2B5EF4-FFF2-40B4-BE49-F238E27FC236}">
                <a16:creationId xmlns:a16="http://schemas.microsoft.com/office/drawing/2014/main" id="{F258B164-01D7-FC6F-313A-72B53D521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735" y="222345"/>
            <a:ext cx="7592530" cy="6413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721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 içeren bir resim&#10;&#10;Açıklama otomatik olarak oluşturuldu">
            <a:extLst>
              <a:ext uri="{FF2B5EF4-FFF2-40B4-BE49-F238E27FC236}">
                <a16:creationId xmlns:a16="http://schemas.microsoft.com/office/drawing/2014/main" id="{88BA2E65-A315-F58C-AE13-AF8B905B6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80" y="123805"/>
            <a:ext cx="10611839" cy="6610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513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etin içeren bir resim&#10;&#10;Açıklama otomatik olarak oluşturuldu">
            <a:extLst>
              <a:ext uri="{FF2B5EF4-FFF2-40B4-BE49-F238E27FC236}">
                <a16:creationId xmlns:a16="http://schemas.microsoft.com/office/drawing/2014/main" id="{D3178315-44E8-6DAC-182C-59DA3847B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074895" cy="6858000"/>
          </a:xfrm>
          <a:prstGeom prst="rect">
            <a:avLst/>
          </a:prstGeom>
        </p:spPr>
      </p:pic>
      <p:pic>
        <p:nvPicPr>
          <p:cNvPr id="5" name="Resim 4" descr="metin içeren bir resim&#10;&#10;Açıklama otomatik olarak oluşturuldu">
            <a:extLst>
              <a:ext uri="{FF2B5EF4-FFF2-40B4-BE49-F238E27FC236}">
                <a16:creationId xmlns:a16="http://schemas.microsoft.com/office/drawing/2014/main" id="{DF1822CB-70A0-A480-A644-FED816299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7904" y="1769500"/>
            <a:ext cx="5024340" cy="3809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912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 descr="masa içeren bir resim&#10;&#10;Açıklama otomatik olarak oluşturuldu">
            <a:extLst>
              <a:ext uri="{FF2B5EF4-FFF2-40B4-BE49-F238E27FC236}">
                <a16:creationId xmlns:a16="http://schemas.microsoft.com/office/drawing/2014/main" id="{DCDFEC09-7A04-04FF-22EE-BB49ED801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984" y="330061"/>
            <a:ext cx="8612031" cy="6197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279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Macintosh PowerPoint</Application>
  <PresentationFormat>Geniş ekran</PresentationFormat>
  <Paragraphs>0</Paragraphs>
  <Slides>6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DİCLE ÇOBAN</dc:creator>
  <cp:lastModifiedBy>DİCLE ÇOBAN</cp:lastModifiedBy>
  <cp:revision>1</cp:revision>
  <dcterms:created xsi:type="dcterms:W3CDTF">2023-04-12T00:29:14Z</dcterms:created>
  <dcterms:modified xsi:type="dcterms:W3CDTF">2023-04-12T00:44:32Z</dcterms:modified>
</cp:coreProperties>
</file>