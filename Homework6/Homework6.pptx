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BA4A4A-316E-55A0-7291-59465C009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4264997-717A-B2BA-CB70-AA9DFC0EA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F4C92F5-4E7C-FD21-9581-A6A56AEA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97D5C2D-B103-B870-F08E-4EE461D9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2E882C-C0F5-FB8D-E84F-2E44CF2A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37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1BAAA2-F95D-7A7B-9E92-E05C9CEC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563DE0-3CFB-32C5-810D-ECF068630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F637A9-FA18-4AD6-EC35-82AFB1AE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E0AEEE7-8F52-C52C-79E2-6F13BF15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F7A01C-2BC8-A0CA-E1A1-C2CFAB7A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119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AD8381-954B-C801-F30F-4F3A5804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15219E7-7907-B545-DD5A-465953B15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FF4517-A0F0-37C6-DCFC-D353FA22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F4C86DE-B8A5-2AC5-3703-05FA91BE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94563BB-7701-1221-4786-96B44584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204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D17C1A-73A2-A3BE-A13D-2F600520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D313F3E-C929-BF89-70C6-E98259DA1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6F767F2-EF23-6A9D-116F-741CA8F0F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232E89A-6AB7-0678-CCC8-3DB7B536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3B30070-45E7-B273-03D1-897B1B2D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D35769A-60AB-B74F-2A2F-8B3250EC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425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DB7675-D8C5-AFB3-5BEA-CE799F69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F71A16-CDDF-665B-0428-61ED29396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91D55C2-EB18-192A-4DEB-C0D08DAE6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D4253C4-177B-B6E6-70AE-BD5B0CF0F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455670D-2C5D-9390-66D3-1949CD74F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D7F25286-2696-54EB-9411-70D3FA66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7FB2567-9252-F2B6-2C06-2DEA4755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135F236-E9D1-C72F-90FE-106AAD07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8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56468F-17FD-132C-D4E3-A15E982F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74E9B07-BCE5-1571-02C2-49F24D8E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B13C17B-F8B1-E914-AEEA-7AB8CF9D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39AE187-C3F8-C0C3-7652-31ED0E64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465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225A96C-08BC-2829-B4B5-B876622A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841959E-D67A-A908-EEA2-397E8D58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F9D82E-05A5-C6C9-A56E-1C48EEBEC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212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279B2D-203D-B651-B5DB-4FEDF483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15E59A-58CF-821B-0DDB-5B82329AE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2451495-A90F-CF60-7557-15C50501E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5317EC3-5ACB-1B7C-0D44-5EE5B63A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7131C78-2CCC-DEC2-2D83-217DA576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5ADD1D0-0E40-81D9-C85B-3643AA6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7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1012B9-3F6B-8486-519C-5BAFCCA2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37E15AF-E633-A0B0-898B-29119AFA4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9CF9D31-A4D9-7624-F433-95729F66E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D4B56B7-B3F5-E122-D561-0198EBA8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9F612D2-3CA8-0FD9-3E11-A5217E2C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130D396-C2E2-46E3-F30D-7DD25155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2117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9D2844-6B07-2417-5144-65248392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02DC67F-2259-C72B-7C67-8D08B22FD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59D4AD-3F4F-6442-B659-A3F79A9A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0584041-1211-50F7-B14D-B669FC25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5B6FBB9-E93B-1BC9-ED05-33FCCEBF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894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445CA56-846B-519B-5119-E0749D4D9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01046EF-1353-D5C5-99EB-F47A5DB91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B17A790-859E-4490-AE79-DB6ACBF7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6FBD04-2F03-90C9-94EE-798BC8F5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CA8449-9A32-21E8-C2E4-4C4B0397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954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8A2D1EC-F0CD-3399-1F84-1A617F77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0DF9AC8-E58E-A16F-D140-913CA4D4A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4F3627C-8D23-8597-51ED-9D00BE087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C882C-448F-4B4A-BBA8-1F2771FB9B9E}" type="datetimeFigureOut">
              <a:rPr lang="tr-TR" smtClean="0"/>
              <a:t>30.04.2023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B82B7C5-4355-EDE1-9419-41939FD3B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56211AE-6F29-55B5-1003-AAE36663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9B55B-75D3-F248-9B12-924F23D467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40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3D5C0A69-7BCD-15DF-37B0-F9DAF4E6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50" y="649130"/>
            <a:ext cx="6891738" cy="572144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0890AB9F-0A0F-FE6F-0B74-04F7D0B8D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00" y="649130"/>
            <a:ext cx="6874897" cy="572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8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BE062920-F9F8-EDC5-DDE5-7C6CE954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6855368"/>
          </a:xfrm>
          <a:prstGeom prst="rect">
            <a:avLst/>
          </a:prstGeom>
        </p:spPr>
      </p:pic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49E2F8B2-EDC9-EEA2-3A15-19E89CA5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916" y="181971"/>
            <a:ext cx="7772400" cy="64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6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5D716D63-8EAF-95B4-F3CC-0922CF154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1" y="635863"/>
            <a:ext cx="5619407" cy="5786734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1928F2B-D5B8-6891-0EEC-E40B0F4E3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717" y="1040162"/>
            <a:ext cx="6468996" cy="538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2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7935E005-066A-1848-CEA5-2722017B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60400"/>
            <a:ext cx="7772400" cy="575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2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BFBE97FE-3F5B-78D4-1D1D-4930360C6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46" y="633391"/>
            <a:ext cx="10370307" cy="559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6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C277AA8D-E32E-49A2-BE98-2FECC81FE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878" y="120685"/>
            <a:ext cx="9864244" cy="661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1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B3CBBA30-4444-3C76-2403-F30074651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0" y="626164"/>
            <a:ext cx="11641139" cy="3575133"/>
          </a:xfrm>
          <a:prstGeom prst="rect">
            <a:avLst/>
          </a:prstGeom>
        </p:spPr>
      </p:pic>
      <p:pic>
        <p:nvPicPr>
          <p:cNvPr id="7" name="Resim 6" descr="metin içeren bir resim&#10;&#10;Açıklama otomatik olarak oluşturuldu">
            <a:extLst>
              <a:ext uri="{FF2B5EF4-FFF2-40B4-BE49-F238E27FC236}">
                <a16:creationId xmlns:a16="http://schemas.microsoft.com/office/drawing/2014/main" id="{A4CE5AB2-AA30-E31B-65BF-21BCF566B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73" y="4732638"/>
            <a:ext cx="10825881" cy="184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54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Geniş ekran</PresentationFormat>
  <Paragraphs>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2023-04-30T16:44:49Z</dcterms:created>
  <dcterms:modified xsi:type="dcterms:W3CDTF">2023-04-30T16:48:49Z</dcterms:modified>
</cp:coreProperties>
</file>