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FF70F4-08D0-9672-8AF0-C4AB5ABBD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A30211A-2287-C97C-A168-8FD1C46A9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27CF64C-C642-72E5-D27B-117AAE6B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7A5576B-5A56-4EE1-A607-3919DE4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758D661-1AE7-3C7A-6661-3066C1A6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9157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FF9A42-8F47-7EDA-D7F7-B1B8F127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4285D1-B1C3-D7E3-C030-F765D41F1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2FA73E4-5F25-0316-628A-4094F9FE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9D442F9-CFC0-4A66-3153-A47E62167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74F51EC-1344-415D-9499-5AFE2344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895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13A8AF-D584-5A49-4630-7C82C942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F0CBEB-0298-92D3-C516-BD19EFE9F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F25F95A-E65E-0850-CF6B-28D2BE95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90014F-6AC2-E4F1-673F-636D95AF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8CC6608-2109-C91D-964E-97F74FB9B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067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BBC57E-1CD4-154D-8FA4-8B58B5ACF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D279DB-0230-5679-BA76-BDADF1D25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4B0972A-DC30-B055-B76B-4805D828B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C4E26D6-6A8A-1CFD-2466-ADD77F16B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638C155-59F0-611D-AD01-358317ED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C3205B2-10B2-73CC-4CE7-2EF0D362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162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A1A64D-4A34-BEAB-27B6-255D5EB04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56B8DE0-4378-FE47-207D-34A626763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9C49820-3562-267A-5F50-C6E384B57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C058717-D0A5-9863-28CF-135F3E851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172C5AE-838E-567E-F943-8FDCD0C9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1494B6A-C28E-6236-F821-77F91159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3086E31-2807-ADC3-D87A-E319C66B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5E1960C7-BE15-D895-4427-9FF94123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267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9FE904-E4E8-7271-AE53-5DC846B1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85F398C-ED1B-5BE5-1DEB-B0BF428C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5F3A677-D90D-4AF2-0D50-A8A4DECC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EF7D550-998D-9996-D932-7F1A0CA7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810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38143D9A-B112-0C23-9160-BB51666B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967C63D-4833-4F51-CF4D-1B54FA511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E062255-FE2B-9E29-C59E-06E78B68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9576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3C2DBB-6940-B97C-1F9A-50F3F99B0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99E897-983A-2900-EF87-62291E9BA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9FFC729-55D9-70DD-661F-96D764F91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F6BEE01-FA99-B869-5C2F-F29B4816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F748343-E9B6-F8DB-7BBA-C8420B92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84A78A8-F208-198B-C1DF-E7D66239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712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9C5BE2-A2E4-AD80-DD4D-2EDA1E73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2F46A1B-D386-F743-4486-A80D1BAA6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6750E01-8707-39F4-CED2-A414230D5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ABF236C-FFE0-9465-EC94-E69487EA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3BC86A9-1556-CF12-BDBD-28BD594B6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EF7C3C1-78CF-9617-09B6-79871A63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05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3D6CDC-8CF2-B87E-9591-F5C5E854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AF7EC97-CB1D-F282-47D6-8B89C566B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5FABAE6-7660-DAB3-2EFF-B41426AE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658CFCB-6222-AA43-E0F5-93163C9C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B6550CD-6CAC-63A6-C2DB-77AF9F76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35064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B0AEBFE-C049-71C7-EA30-D873575921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F374CDC-BEDA-8563-712C-EA1426456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6D9D68F-AFC4-5F65-7970-72AACB6C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51FC87-349C-8CD7-51F6-3BBCFBE5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80A224-2101-7887-7A8A-74C28081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097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BF73F04-42DE-BE87-B8D9-23E4026E4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149B497-4884-7F0A-8D3B-A47CE6440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3835511-DC8F-658F-F7AD-0F4CFF8BD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9F587-ADDD-9042-A32C-5A1C8B03D92E}" type="datetimeFigureOut">
              <a:rPr lang="tr-TR" smtClean="0"/>
              <a:t>10.05.2023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94398F2-047D-8705-82D9-E30639BB0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98E8305-CAE8-2609-2290-228BA3BF5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2691-B725-A441-8FB0-22C95A91B8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7550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0F1682E2-234D-CF77-51A5-2A0AC8755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85" y="1026724"/>
            <a:ext cx="10077229" cy="5664015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8FCFC342-F63F-A75F-62D6-2E69E327E068}"/>
              </a:ext>
            </a:extLst>
          </p:cNvPr>
          <p:cNvSpPr txBox="1"/>
          <p:nvPr/>
        </p:nvSpPr>
        <p:spPr>
          <a:xfrm>
            <a:off x="3991416" y="306505"/>
            <a:ext cx="4209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err="1"/>
              <a:t>Vector_dict</a:t>
            </a:r>
            <a:r>
              <a:rPr lang="tr-TR" sz="3200" b="1" dirty="0"/>
              <a:t> fonksiyonu:</a:t>
            </a:r>
          </a:p>
        </p:txBody>
      </p:sp>
    </p:spTree>
    <p:extLst>
      <p:ext uri="{BB962C8B-B14F-4D97-AF65-F5344CB8AC3E}">
        <p14:creationId xmlns:p14="http://schemas.microsoft.com/office/powerpoint/2010/main" val="293422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65533AF1-C216-D7D3-3C0C-154F4D1E5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27" y="750184"/>
            <a:ext cx="10563900" cy="5974868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CF47AD57-AEF8-9874-61B5-EEC6742D55C9}"/>
              </a:ext>
            </a:extLst>
          </p:cNvPr>
          <p:cNvSpPr txBox="1"/>
          <p:nvPr/>
        </p:nvSpPr>
        <p:spPr>
          <a:xfrm>
            <a:off x="4575199" y="132948"/>
            <a:ext cx="3041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 err="1"/>
              <a:t>Read_text</a:t>
            </a:r>
            <a:r>
              <a:rPr lang="tr-TR" sz="2400" b="1" dirty="0"/>
              <a:t> fonksiyonu:</a:t>
            </a:r>
          </a:p>
        </p:txBody>
      </p:sp>
    </p:spTree>
    <p:extLst>
      <p:ext uri="{BB962C8B-B14F-4D97-AF65-F5344CB8AC3E}">
        <p14:creationId xmlns:p14="http://schemas.microsoft.com/office/powerpoint/2010/main" val="129137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1569D55F-88AA-F110-E198-6E301474E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76420"/>
            <a:ext cx="7772400" cy="5023097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D1C84661-0901-B85C-126C-197DC42D30C9}"/>
              </a:ext>
            </a:extLst>
          </p:cNvPr>
          <p:cNvSpPr txBox="1"/>
          <p:nvPr/>
        </p:nvSpPr>
        <p:spPr>
          <a:xfrm>
            <a:off x="4588536" y="496116"/>
            <a:ext cx="3014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 err="1"/>
              <a:t>Read_dict</a:t>
            </a:r>
            <a:r>
              <a:rPr lang="tr-TR" sz="2400" b="1" dirty="0"/>
              <a:t> fonksiyonu:</a:t>
            </a:r>
          </a:p>
        </p:txBody>
      </p:sp>
    </p:spTree>
    <p:extLst>
      <p:ext uri="{BB962C8B-B14F-4D97-AF65-F5344CB8AC3E}">
        <p14:creationId xmlns:p14="http://schemas.microsoft.com/office/powerpoint/2010/main" val="362168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1EDF74D0-0A3C-05B6-DC29-33D6CA32A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34" y="1709377"/>
            <a:ext cx="10863132" cy="4817698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D093BD5C-E267-7898-ED06-4EC1889E1F52}"/>
              </a:ext>
            </a:extLst>
          </p:cNvPr>
          <p:cNvSpPr txBox="1"/>
          <p:nvPr/>
        </p:nvSpPr>
        <p:spPr>
          <a:xfrm>
            <a:off x="4061468" y="723509"/>
            <a:ext cx="4069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 err="1"/>
              <a:t>Inputta</a:t>
            </a:r>
            <a:r>
              <a:rPr lang="tr-TR" sz="2400" dirty="0"/>
              <a:t> olan kelimelere bakma:</a:t>
            </a:r>
          </a:p>
        </p:txBody>
      </p:sp>
    </p:spTree>
    <p:extLst>
      <p:ext uri="{BB962C8B-B14F-4D97-AF65-F5344CB8AC3E}">
        <p14:creationId xmlns:p14="http://schemas.microsoft.com/office/powerpoint/2010/main" val="390228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F0894924-D21A-A5A1-0066-3E7180FCC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11" y="2476008"/>
            <a:ext cx="11217778" cy="241344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8AD6EB0-DC46-4E7B-28F1-A6CD1E50102F}"/>
              </a:ext>
            </a:extLst>
          </p:cNvPr>
          <p:cNvSpPr txBox="1"/>
          <p:nvPr/>
        </p:nvSpPr>
        <p:spPr>
          <a:xfrm>
            <a:off x="2682629" y="945931"/>
            <a:ext cx="6826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 err="1"/>
              <a:t>Inputta</a:t>
            </a:r>
            <a:r>
              <a:rPr lang="tr-TR" sz="2400" b="1" dirty="0"/>
              <a:t> olmayıp </a:t>
            </a:r>
            <a:r>
              <a:rPr lang="tr-TR" sz="2400" b="1" dirty="0" err="1"/>
              <a:t>dictionary’de</a:t>
            </a:r>
            <a:r>
              <a:rPr lang="tr-TR" sz="2400" b="1" dirty="0"/>
              <a:t> olan kelimenin yakını:</a:t>
            </a:r>
          </a:p>
        </p:txBody>
      </p:sp>
    </p:spTree>
    <p:extLst>
      <p:ext uri="{BB962C8B-B14F-4D97-AF65-F5344CB8AC3E}">
        <p14:creationId xmlns:p14="http://schemas.microsoft.com/office/powerpoint/2010/main" val="1749070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</Words>
  <Application>Microsoft Macintosh PowerPoint</Application>
  <PresentationFormat>Geniş ekran</PresentationFormat>
  <Paragraphs>5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2023-05-10T19:41:15Z</dcterms:created>
  <dcterms:modified xsi:type="dcterms:W3CDTF">2023-05-10T19:45:55Z</dcterms:modified>
</cp:coreProperties>
</file>