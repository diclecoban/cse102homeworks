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58"/>
  </p:normalViewPr>
  <p:slideViewPr>
    <p:cSldViewPr snapToGrid="0">
      <p:cViewPr varScale="1">
        <p:scale>
          <a:sx n="96" d="100"/>
          <a:sy n="96" d="100"/>
        </p:scale>
        <p:origin x="200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C17B9F7-8490-C503-B0FB-43E7719C2A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5B073D38-E17B-7CD1-F0B6-D4A02212E7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CF29999-0D5A-E665-6076-DF39836CE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29C5B-330D-3049-BB9B-64FCD611BEAE}" type="datetimeFigureOut">
              <a:rPr lang="tr-TR" smtClean="0"/>
              <a:t>29.03.2023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12560CA-528C-E563-3E03-CA0AA7C80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7F2E001-9BB2-5EA8-2DFD-6D1F5DB44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AA2AA-1079-3243-84F4-AC1F046120A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81604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8A96E58-4CD3-9724-E158-ABF3E06FF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3C7C9EE-3E4B-8CBE-CC5A-02532B603B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2CBB73D-7CBE-DC25-3DDD-E632F4C57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29C5B-330D-3049-BB9B-64FCD611BEAE}" type="datetimeFigureOut">
              <a:rPr lang="tr-TR" smtClean="0"/>
              <a:t>29.03.2023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1CAA959-E1A1-59DE-FCE6-A63CFBF53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E653390-5BC9-DDB1-B504-F3B10F6FB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AA2AA-1079-3243-84F4-AC1F046120A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74992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B64F3BF-28FD-8ABA-05C1-615ED7F92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B999D467-438B-6D59-3D74-998E1D65D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15457E6-07A9-9F5E-0A89-48D5630CB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29C5B-330D-3049-BB9B-64FCD611BEAE}" type="datetimeFigureOut">
              <a:rPr lang="tr-TR" smtClean="0"/>
              <a:t>29.03.2023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502B2FF-4966-68DA-CE6C-A2334B3A7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1D70FE2-7659-11A9-C2E1-84281B4C3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AA2AA-1079-3243-84F4-AC1F046120A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11162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89FCFAD-029C-910D-066E-DB590B436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75F6279-4345-D81F-8BA9-DBE88A30EA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0D67739D-E228-013F-4228-DE4EA65263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117E8D6C-016A-250E-C7B8-0145D5597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29C5B-330D-3049-BB9B-64FCD611BEAE}" type="datetimeFigureOut">
              <a:rPr lang="tr-TR" smtClean="0"/>
              <a:t>29.03.2023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AF8220EE-731A-145C-6905-2FF7F2D66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BAE73654-8921-D01B-ECAD-17EE2AAFF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AA2AA-1079-3243-84F4-AC1F046120A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56437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E5C2036-A09F-7151-51FD-7C707B3C3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8F40ED83-FFEB-0DBD-5682-D6FA25AA3F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258E0C3E-2EAA-7C48-E090-DAF06A77D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6218502D-C4AF-732C-C5D6-962679DD21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BB75F467-855B-A3F4-E706-CE6B5790E1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240F0F07-7608-CD84-5962-5EBDB54DA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29C5B-330D-3049-BB9B-64FCD611BEAE}" type="datetimeFigureOut">
              <a:rPr lang="tr-TR" smtClean="0"/>
              <a:t>29.03.2023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1A061347-18D6-30BA-D158-C7F8EBA58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FFE335F7-F8C6-EEED-F0EC-B1DE35E59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AA2AA-1079-3243-84F4-AC1F046120A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11760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9231E68-882E-9072-1E15-904836C97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7FB9A6CE-B61D-3BE2-65E4-3992CCAC1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29C5B-330D-3049-BB9B-64FCD611BEAE}" type="datetimeFigureOut">
              <a:rPr lang="tr-TR" smtClean="0"/>
              <a:t>29.03.2023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57052FC1-0150-27D2-B0C6-F97D3E735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F06CB43D-3412-B841-A97F-AC78E474F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AA2AA-1079-3243-84F4-AC1F046120A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6267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993DF5BA-B3CA-F06D-3376-697980EDE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29C5B-330D-3049-BB9B-64FCD611BEAE}" type="datetimeFigureOut">
              <a:rPr lang="tr-TR" smtClean="0"/>
              <a:t>29.03.2023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E9F30A6B-B7D1-E71A-08AF-CC6EAF024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053676B8-DB34-28C7-9B69-2D84AD027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AA2AA-1079-3243-84F4-AC1F046120A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77938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11AF373-75FD-874E-F38F-48D9097C2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AD30FB4-C582-65F2-F954-B7FB2914F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07FF31F7-E24C-D12A-48A9-EA59052C0B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666DB4F1-291C-811A-EEBC-1CEC53F32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29C5B-330D-3049-BB9B-64FCD611BEAE}" type="datetimeFigureOut">
              <a:rPr lang="tr-TR" smtClean="0"/>
              <a:t>29.03.2023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BEB86862-84CA-97C6-8F01-39529E2E6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2E4EE182-7A80-E8B0-4839-FF7820240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AA2AA-1079-3243-84F4-AC1F046120A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18627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0A5732E-1727-2278-3607-BECCC8BFE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37C66D66-29C1-27E6-B966-C0F2F98B80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B0551E45-C2A6-5DDF-969C-00B941B2C2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282CFEF5-45AA-57DD-7488-9C61E355D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29C5B-330D-3049-BB9B-64FCD611BEAE}" type="datetimeFigureOut">
              <a:rPr lang="tr-TR" smtClean="0"/>
              <a:t>29.03.2023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54F1C0EE-BF0F-622F-770B-6B1B05003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F0B3F01E-6313-FD36-334C-E1966F6B5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AA2AA-1079-3243-84F4-AC1F046120A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1918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A69EE06-4E98-D85F-57A0-7BE29E5AE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E7BC30A4-4E03-EC6C-8917-D13C3B705C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D36DDA4-B16A-0C20-E94E-58EE3D126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29C5B-330D-3049-BB9B-64FCD611BEAE}" type="datetimeFigureOut">
              <a:rPr lang="tr-TR" smtClean="0"/>
              <a:t>29.03.2023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85427FB-4AE1-D42F-0AC0-7B05901F2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A31D6F9-DBE1-8D70-A8E0-E8CA7E491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AA2AA-1079-3243-84F4-AC1F046120A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89240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DF919373-54A5-BB49-46BF-E6D8C6C33E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C41B7F11-9F4B-81D8-D7A2-75681C8063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30443E2-C98C-0F7A-CCF3-E0E1B835C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29C5B-330D-3049-BB9B-64FCD611BEAE}" type="datetimeFigureOut">
              <a:rPr lang="tr-TR" smtClean="0"/>
              <a:t>29.03.2023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020F1EC-4F43-149F-CB6C-BCD7723BF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2C3C2F8-790C-1EB6-3556-78C8C237F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AA2AA-1079-3243-84F4-AC1F046120A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1003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3E646D9E-1128-41DD-C59A-9FD77FBEE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BF2AF59-D1CC-2D08-DD72-239DB70742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796F403-85CD-F0A9-33B5-026EC8794F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C29C5B-330D-3049-BB9B-64FCD611BEAE}" type="datetimeFigureOut">
              <a:rPr lang="tr-TR" smtClean="0"/>
              <a:t>29.03.2023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842E8A7-319A-8971-1E36-8E1BD83FDD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6CB5E6B-4BA8-AFD2-AD45-C7F7920E21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AA2AA-1079-3243-84F4-AC1F046120A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48783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 descr="metin içeren bir resim&#10;&#10;Açıklama otomatik olarak oluşturuldu">
            <a:extLst>
              <a:ext uri="{FF2B5EF4-FFF2-40B4-BE49-F238E27FC236}">
                <a16:creationId xmlns:a16="http://schemas.microsoft.com/office/drawing/2014/main" id="{93B026E5-7A07-8BAC-0FEC-49F82E255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331" y="226713"/>
            <a:ext cx="10491304" cy="6404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845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 descr="metin içeren bir resim&#10;&#10;Açıklama otomatik olarak oluşturuldu">
            <a:extLst>
              <a:ext uri="{FF2B5EF4-FFF2-40B4-BE49-F238E27FC236}">
                <a16:creationId xmlns:a16="http://schemas.microsoft.com/office/drawing/2014/main" id="{923338DC-AAD6-BDD9-0EAC-BBDF0081B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131" y="272116"/>
            <a:ext cx="8905737" cy="6313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899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 descr="metin içeren bir resim&#10;&#10;Açıklama otomatik olarak oluşturuldu">
            <a:extLst>
              <a:ext uri="{FF2B5EF4-FFF2-40B4-BE49-F238E27FC236}">
                <a16:creationId xmlns:a16="http://schemas.microsoft.com/office/drawing/2014/main" id="{1735B400-6AC8-D9D5-D200-AA21CA37B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03" y="81314"/>
            <a:ext cx="10142193" cy="6695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29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Macintosh PowerPoint</Application>
  <PresentationFormat>Geniş ekran</PresentationFormat>
  <Paragraphs>0</Paragraphs>
  <Slides>3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Teması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DİCLE ÇOBAN</dc:creator>
  <cp:lastModifiedBy>DİCLE ÇOBAN</cp:lastModifiedBy>
  <cp:revision>1</cp:revision>
  <dcterms:created xsi:type="dcterms:W3CDTF">2023-03-29T13:26:15Z</dcterms:created>
  <dcterms:modified xsi:type="dcterms:W3CDTF">2023-03-29T13:31:51Z</dcterms:modified>
</cp:coreProperties>
</file>