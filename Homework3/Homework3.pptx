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tr-T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37"/>
    <p:restoredTop sz="94643"/>
  </p:normalViewPr>
  <p:slideViewPr>
    <p:cSldViewPr snapToGrid="0">
      <p:cViewPr varScale="1">
        <p:scale>
          <a:sx n="96" d="100"/>
          <a:sy n="96" d="100"/>
        </p:scale>
        <p:origin x="200" y="5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Başlık Slayd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95C1B195-2599-5694-59D4-BBEB4431E83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Alt Başlık 2">
            <a:extLst>
              <a:ext uri="{FF2B5EF4-FFF2-40B4-BE49-F238E27FC236}">
                <a16:creationId xmlns:a16="http://schemas.microsoft.com/office/drawing/2014/main" id="{FF6AC25C-ABE6-49CB-3E21-59D4B5AEC2C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tr-TR"/>
              <a:t>Asıl alt başlık stilini düzenlemek için tıklayın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D7069B73-8200-EF23-516C-0A71135AE5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8C247C-3EC8-A540-B2B9-9FA1CDF5770E}" type="datetimeFigureOut">
              <a:rPr lang="tr-TR" smtClean="0"/>
              <a:t>5.04.2023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C39CB8B8-45E8-8F2E-1ED0-23BFE7ACA2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531089A2-D828-04CE-7A06-4CF3A2BBEF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71257F-B28A-0141-808C-0E8F0C128CAB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5768989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aşlık ve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1BB34991-087A-8CD1-5721-8435D01FAD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1902FA16-D0C4-0FA0-DA21-9C7129F006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1810D032-D2EC-9E1E-E275-E5B3D303BA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8C247C-3EC8-A540-B2B9-9FA1CDF5770E}" type="datetimeFigureOut">
              <a:rPr lang="tr-TR" smtClean="0"/>
              <a:t>5.04.2023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145EC9C4-0F71-7E9D-1D3F-4621A76E1D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F569D6F6-D6C7-C9F2-3E74-7BEC3B7927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71257F-B28A-0141-808C-0E8F0C128CAB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3907664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Bölüm Üst Bilgis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565A2564-A824-F623-1F99-AFF2162E5C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Metin Yer Tutucusu 2">
            <a:extLst>
              <a:ext uri="{FF2B5EF4-FFF2-40B4-BE49-F238E27FC236}">
                <a16:creationId xmlns:a16="http://schemas.microsoft.com/office/drawing/2014/main" id="{7FEE0479-2E62-9D77-EB66-60E091DD86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4C11B64A-42DA-5B8F-AF5C-030F7C65D8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8C247C-3EC8-A540-B2B9-9FA1CDF5770E}" type="datetimeFigureOut">
              <a:rPr lang="tr-TR" smtClean="0"/>
              <a:t>5.04.2023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3A107092-9F86-9ECB-DA4A-F1EF56B13C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69689002-3C39-3ABF-3D80-7381942D10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71257F-B28A-0141-808C-0E8F0C128CAB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40571660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İki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CABC7F51-8179-4622-24F5-7D54708E9A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2736D0E5-796E-9492-C7F5-E8F0C695391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İçerik Yer Tutucusu 3">
            <a:extLst>
              <a:ext uri="{FF2B5EF4-FFF2-40B4-BE49-F238E27FC236}">
                <a16:creationId xmlns:a16="http://schemas.microsoft.com/office/drawing/2014/main" id="{306C2C2F-DA2E-BB9E-D5D3-1C21805D1C1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5" name="Veri Yer Tutucusu 4">
            <a:extLst>
              <a:ext uri="{FF2B5EF4-FFF2-40B4-BE49-F238E27FC236}">
                <a16:creationId xmlns:a16="http://schemas.microsoft.com/office/drawing/2014/main" id="{D181B568-795C-8B5F-1F7A-B6CE410E4B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8C247C-3EC8-A540-B2B9-9FA1CDF5770E}" type="datetimeFigureOut">
              <a:rPr lang="tr-TR" smtClean="0"/>
              <a:t>5.04.2023</a:t>
            </a:fld>
            <a:endParaRPr lang="tr-TR"/>
          </a:p>
        </p:txBody>
      </p:sp>
      <p:sp>
        <p:nvSpPr>
          <p:cNvPr id="6" name="Alt Bilgi Yer Tutucusu 5">
            <a:extLst>
              <a:ext uri="{FF2B5EF4-FFF2-40B4-BE49-F238E27FC236}">
                <a16:creationId xmlns:a16="http://schemas.microsoft.com/office/drawing/2014/main" id="{EFF97517-AC5F-D58D-A6DD-19A75D436A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ayt Numarası Yer Tutucusu 6">
            <a:extLst>
              <a:ext uri="{FF2B5EF4-FFF2-40B4-BE49-F238E27FC236}">
                <a16:creationId xmlns:a16="http://schemas.microsoft.com/office/drawing/2014/main" id="{0D312C24-F34B-4400-3F50-F46C83097D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71257F-B28A-0141-808C-0E8F0C128CAB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8247314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Karşılaştırm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33720986-5A33-2F5D-D5D7-12BE6DAC3D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Metin Yer Tutucusu 2">
            <a:extLst>
              <a:ext uri="{FF2B5EF4-FFF2-40B4-BE49-F238E27FC236}">
                <a16:creationId xmlns:a16="http://schemas.microsoft.com/office/drawing/2014/main" id="{873F0D73-373F-BB0D-E44D-9E0C956BBD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4" name="İçerik Yer Tutucusu 3">
            <a:extLst>
              <a:ext uri="{FF2B5EF4-FFF2-40B4-BE49-F238E27FC236}">
                <a16:creationId xmlns:a16="http://schemas.microsoft.com/office/drawing/2014/main" id="{A8E2160D-1FE4-FBF1-DB2F-D641714EF5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5" name="Metin Yer Tutucusu 4">
            <a:extLst>
              <a:ext uri="{FF2B5EF4-FFF2-40B4-BE49-F238E27FC236}">
                <a16:creationId xmlns:a16="http://schemas.microsoft.com/office/drawing/2014/main" id="{6FF3E246-21B5-AE05-409A-CC5EB0F2EDA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6" name="İçerik Yer Tutucusu 5">
            <a:extLst>
              <a:ext uri="{FF2B5EF4-FFF2-40B4-BE49-F238E27FC236}">
                <a16:creationId xmlns:a16="http://schemas.microsoft.com/office/drawing/2014/main" id="{0C21F552-F8CB-1F8D-CED2-53EBA108DDC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7" name="Veri Yer Tutucusu 6">
            <a:extLst>
              <a:ext uri="{FF2B5EF4-FFF2-40B4-BE49-F238E27FC236}">
                <a16:creationId xmlns:a16="http://schemas.microsoft.com/office/drawing/2014/main" id="{19EECA44-D9BB-4CBB-78FB-05C49DE06B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8C247C-3EC8-A540-B2B9-9FA1CDF5770E}" type="datetimeFigureOut">
              <a:rPr lang="tr-TR" smtClean="0"/>
              <a:t>5.04.2023</a:t>
            </a:fld>
            <a:endParaRPr lang="tr-TR"/>
          </a:p>
        </p:txBody>
      </p:sp>
      <p:sp>
        <p:nvSpPr>
          <p:cNvPr id="8" name="Alt Bilgi Yer Tutucusu 7">
            <a:extLst>
              <a:ext uri="{FF2B5EF4-FFF2-40B4-BE49-F238E27FC236}">
                <a16:creationId xmlns:a16="http://schemas.microsoft.com/office/drawing/2014/main" id="{346C8A9A-BBAD-CDB7-0229-431A0EA097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9" name="Slayt Numarası Yer Tutucusu 8">
            <a:extLst>
              <a:ext uri="{FF2B5EF4-FFF2-40B4-BE49-F238E27FC236}">
                <a16:creationId xmlns:a16="http://schemas.microsoft.com/office/drawing/2014/main" id="{8541D513-C0B1-46C1-BEA1-53794537E0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71257F-B28A-0141-808C-0E8F0C128CAB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41962704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Yalnızca Başlı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F42A21D4-75B9-2A82-ADFC-C43FB5DED5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Veri Yer Tutucusu 2">
            <a:extLst>
              <a:ext uri="{FF2B5EF4-FFF2-40B4-BE49-F238E27FC236}">
                <a16:creationId xmlns:a16="http://schemas.microsoft.com/office/drawing/2014/main" id="{0B6B472F-D97B-235D-C89F-DABB8F458D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8C247C-3EC8-A540-B2B9-9FA1CDF5770E}" type="datetimeFigureOut">
              <a:rPr lang="tr-TR" smtClean="0"/>
              <a:t>5.04.2023</a:t>
            </a:fld>
            <a:endParaRPr lang="tr-TR"/>
          </a:p>
        </p:txBody>
      </p:sp>
      <p:sp>
        <p:nvSpPr>
          <p:cNvPr id="4" name="Alt Bilgi Yer Tutucusu 3">
            <a:extLst>
              <a:ext uri="{FF2B5EF4-FFF2-40B4-BE49-F238E27FC236}">
                <a16:creationId xmlns:a16="http://schemas.microsoft.com/office/drawing/2014/main" id="{505672A3-E910-E0A6-BB9C-01BA184B1D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5" name="Slayt Numarası Yer Tutucusu 4">
            <a:extLst>
              <a:ext uri="{FF2B5EF4-FFF2-40B4-BE49-F238E27FC236}">
                <a16:creationId xmlns:a16="http://schemas.microsoft.com/office/drawing/2014/main" id="{B547EDDC-E0A5-5BE7-952E-47AEAE1F7A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71257F-B28A-0141-808C-0E8F0C128CAB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42067692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o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i Yer Tutucusu 1">
            <a:extLst>
              <a:ext uri="{FF2B5EF4-FFF2-40B4-BE49-F238E27FC236}">
                <a16:creationId xmlns:a16="http://schemas.microsoft.com/office/drawing/2014/main" id="{66C9EDBB-3358-DD33-D2BB-076C7C00F5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8C247C-3EC8-A540-B2B9-9FA1CDF5770E}" type="datetimeFigureOut">
              <a:rPr lang="tr-TR" smtClean="0"/>
              <a:t>5.04.2023</a:t>
            </a:fld>
            <a:endParaRPr lang="tr-TR"/>
          </a:p>
        </p:txBody>
      </p:sp>
      <p:sp>
        <p:nvSpPr>
          <p:cNvPr id="3" name="Alt Bilgi Yer Tutucusu 2">
            <a:extLst>
              <a:ext uri="{FF2B5EF4-FFF2-40B4-BE49-F238E27FC236}">
                <a16:creationId xmlns:a16="http://schemas.microsoft.com/office/drawing/2014/main" id="{3F9B02BA-E497-5999-54C7-11BA78FF9B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Slayt Numarası Yer Tutucusu 3">
            <a:extLst>
              <a:ext uri="{FF2B5EF4-FFF2-40B4-BE49-F238E27FC236}">
                <a16:creationId xmlns:a16="http://schemas.microsoft.com/office/drawing/2014/main" id="{66E44764-3862-62CD-CBCB-A244349AA3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71257F-B28A-0141-808C-0E8F0C128CAB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0569426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Başlıklı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3431CCDE-4DA2-3762-B567-CEA4500023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E0F655A2-8653-B7AC-5342-DA4D508BF6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Metin Yer Tutucusu 3">
            <a:extLst>
              <a:ext uri="{FF2B5EF4-FFF2-40B4-BE49-F238E27FC236}">
                <a16:creationId xmlns:a16="http://schemas.microsoft.com/office/drawing/2014/main" id="{9688763D-8698-0625-02A9-1EDDF4630CD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5" name="Veri Yer Tutucusu 4">
            <a:extLst>
              <a:ext uri="{FF2B5EF4-FFF2-40B4-BE49-F238E27FC236}">
                <a16:creationId xmlns:a16="http://schemas.microsoft.com/office/drawing/2014/main" id="{618DE908-83D3-ED65-BA82-C4BCF35AC3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8C247C-3EC8-A540-B2B9-9FA1CDF5770E}" type="datetimeFigureOut">
              <a:rPr lang="tr-TR" smtClean="0"/>
              <a:t>5.04.2023</a:t>
            </a:fld>
            <a:endParaRPr lang="tr-TR"/>
          </a:p>
        </p:txBody>
      </p:sp>
      <p:sp>
        <p:nvSpPr>
          <p:cNvPr id="6" name="Alt Bilgi Yer Tutucusu 5">
            <a:extLst>
              <a:ext uri="{FF2B5EF4-FFF2-40B4-BE49-F238E27FC236}">
                <a16:creationId xmlns:a16="http://schemas.microsoft.com/office/drawing/2014/main" id="{BBA715D2-B97D-EAB8-5536-0DAD8F6E7B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ayt Numarası Yer Tutucusu 6">
            <a:extLst>
              <a:ext uri="{FF2B5EF4-FFF2-40B4-BE49-F238E27FC236}">
                <a16:creationId xmlns:a16="http://schemas.microsoft.com/office/drawing/2014/main" id="{2504123D-1414-FE37-0485-958451A531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71257F-B28A-0141-808C-0E8F0C128CAB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9593632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aşlıklı Resi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9582CAAF-F831-4CCF-40E9-C839A6DD92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Resim Yer Tutucusu 2">
            <a:extLst>
              <a:ext uri="{FF2B5EF4-FFF2-40B4-BE49-F238E27FC236}">
                <a16:creationId xmlns:a16="http://schemas.microsoft.com/office/drawing/2014/main" id="{F9F9B4F2-7F44-613D-E5D4-5B8B0D49707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tr-TR"/>
          </a:p>
        </p:txBody>
      </p:sp>
      <p:sp>
        <p:nvSpPr>
          <p:cNvPr id="4" name="Metin Yer Tutucusu 3">
            <a:extLst>
              <a:ext uri="{FF2B5EF4-FFF2-40B4-BE49-F238E27FC236}">
                <a16:creationId xmlns:a16="http://schemas.microsoft.com/office/drawing/2014/main" id="{A0060A6A-B348-A180-F365-1456C9827C4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5" name="Veri Yer Tutucusu 4">
            <a:extLst>
              <a:ext uri="{FF2B5EF4-FFF2-40B4-BE49-F238E27FC236}">
                <a16:creationId xmlns:a16="http://schemas.microsoft.com/office/drawing/2014/main" id="{94795FA8-F2AF-3FD2-B786-E049374B78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8C247C-3EC8-A540-B2B9-9FA1CDF5770E}" type="datetimeFigureOut">
              <a:rPr lang="tr-TR" smtClean="0"/>
              <a:t>5.04.2023</a:t>
            </a:fld>
            <a:endParaRPr lang="tr-TR"/>
          </a:p>
        </p:txBody>
      </p:sp>
      <p:sp>
        <p:nvSpPr>
          <p:cNvPr id="6" name="Alt Bilgi Yer Tutucusu 5">
            <a:extLst>
              <a:ext uri="{FF2B5EF4-FFF2-40B4-BE49-F238E27FC236}">
                <a16:creationId xmlns:a16="http://schemas.microsoft.com/office/drawing/2014/main" id="{D8CB6CBD-7E68-DB1B-6460-DDAD78275F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ayt Numarası Yer Tutucusu 6">
            <a:extLst>
              <a:ext uri="{FF2B5EF4-FFF2-40B4-BE49-F238E27FC236}">
                <a16:creationId xmlns:a16="http://schemas.microsoft.com/office/drawing/2014/main" id="{6AF28544-81BE-B9CA-A989-3D167F75BE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71257F-B28A-0141-808C-0E8F0C128CAB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41476807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Başlık ve Dikey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B43AA008-46F3-4A6A-21F7-2E1D35F1D8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Dikey Metin Yer Tutucusu 2">
            <a:extLst>
              <a:ext uri="{FF2B5EF4-FFF2-40B4-BE49-F238E27FC236}">
                <a16:creationId xmlns:a16="http://schemas.microsoft.com/office/drawing/2014/main" id="{8DD2FD52-82B5-5041-E536-B2025252EF6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583B4A69-272A-717E-B35B-1C68034559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8C247C-3EC8-A540-B2B9-9FA1CDF5770E}" type="datetimeFigureOut">
              <a:rPr lang="tr-TR" smtClean="0"/>
              <a:t>5.04.2023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2D61D291-1D8C-23A4-D367-DD99018351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E7F73079-21E3-1AC5-457C-9C3834BD6F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71257F-B28A-0141-808C-0E8F0C128CAB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5792421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Dikey Başlık ve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key Başlık 1">
            <a:extLst>
              <a:ext uri="{FF2B5EF4-FFF2-40B4-BE49-F238E27FC236}">
                <a16:creationId xmlns:a16="http://schemas.microsoft.com/office/drawing/2014/main" id="{E067CF6E-1546-4B5F-6969-9B515F2D8EE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Dikey Metin Yer Tutucusu 2">
            <a:extLst>
              <a:ext uri="{FF2B5EF4-FFF2-40B4-BE49-F238E27FC236}">
                <a16:creationId xmlns:a16="http://schemas.microsoft.com/office/drawing/2014/main" id="{D1A89B20-DFB1-EF94-3735-1387CD296D3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16955B63-0244-AA99-74B5-2847045692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8C247C-3EC8-A540-B2B9-9FA1CDF5770E}" type="datetimeFigureOut">
              <a:rPr lang="tr-TR" smtClean="0"/>
              <a:t>5.04.2023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F7657257-3834-7B49-B4DF-10222D38BA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4BF4D53E-F36C-1E5A-6109-E8BF49061D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71257F-B28A-0141-808C-0E8F0C128CAB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42480976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Yer Tutucusu 1">
            <a:extLst>
              <a:ext uri="{FF2B5EF4-FFF2-40B4-BE49-F238E27FC236}">
                <a16:creationId xmlns:a16="http://schemas.microsoft.com/office/drawing/2014/main" id="{364A64F1-69CD-39F7-D92A-BB7D439BC9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Metin Yer Tutucusu 2">
            <a:extLst>
              <a:ext uri="{FF2B5EF4-FFF2-40B4-BE49-F238E27FC236}">
                <a16:creationId xmlns:a16="http://schemas.microsoft.com/office/drawing/2014/main" id="{E3D60F19-B8C4-3612-1E3A-0341D54DF99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7392772B-3E10-57C9-20D6-788F52BA488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88C247C-3EC8-A540-B2B9-9FA1CDF5770E}" type="datetimeFigureOut">
              <a:rPr lang="tr-TR" smtClean="0"/>
              <a:t>5.04.2023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CD0A81C4-049E-D882-9DDE-B602D6BB86A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06123B57-8634-C4EE-B9E6-958B64C1F14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071257F-B28A-0141-808C-0E8F0C128CAB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9616273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tr-T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Resim 4" descr="metin içeren bir resim&#10;&#10;Açıklama otomatik olarak oluşturuldu">
            <a:extLst>
              <a:ext uri="{FF2B5EF4-FFF2-40B4-BE49-F238E27FC236}">
                <a16:creationId xmlns:a16="http://schemas.microsoft.com/office/drawing/2014/main" id="{6007473F-D71E-B18F-5FF2-62F6AF5717D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3043"/>
          <a:stretch/>
        </p:blipFill>
        <p:spPr>
          <a:xfrm>
            <a:off x="0" y="0"/>
            <a:ext cx="6639339" cy="6858000"/>
          </a:xfrm>
          <a:prstGeom prst="rect">
            <a:avLst/>
          </a:prstGeom>
        </p:spPr>
      </p:pic>
      <p:pic>
        <p:nvPicPr>
          <p:cNvPr id="7" name="Resim 6" descr="metin içeren bir resim&#10;&#10;Açıklama otomatik olarak oluşturuldu">
            <a:extLst>
              <a:ext uri="{FF2B5EF4-FFF2-40B4-BE49-F238E27FC236}">
                <a16:creationId xmlns:a16="http://schemas.microsoft.com/office/drawing/2014/main" id="{FD909887-BDF4-91EA-5474-A56BF4D56D2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14720" y="0"/>
            <a:ext cx="542427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872302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eması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Geniş ekran</PresentationFormat>
  <Paragraphs>0</Paragraphs>
  <Slides>1</Slides>
  <Notes>0</Notes>
  <HiddenSlides>0</HiddenSlides>
  <MMClips>0</MMClips>
  <ScaleCrop>false</ScaleCrop>
  <HeadingPairs>
    <vt:vector size="6" baseType="variant">
      <vt:variant>
        <vt:lpstr>Kullanılan Yazı Tipleri</vt:lpstr>
      </vt:variant>
      <vt:variant>
        <vt:i4>3</vt:i4>
      </vt:variant>
      <vt:variant>
        <vt:lpstr>Tema</vt:lpstr>
      </vt:variant>
      <vt:variant>
        <vt:i4>1</vt:i4>
      </vt:variant>
      <vt:variant>
        <vt:lpstr>Slayt Başlıkları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Teması</vt:lpstr>
      <vt:lpstr>PowerPoint Sunusu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Sunusu</dc:title>
  <dc:creator>DİCLE ÇOBAN</dc:creator>
  <cp:lastModifiedBy>DİCLE ÇOBAN</cp:lastModifiedBy>
  <cp:revision>1</cp:revision>
  <dcterms:created xsi:type="dcterms:W3CDTF">2023-04-04T22:21:02Z</dcterms:created>
  <dcterms:modified xsi:type="dcterms:W3CDTF">2023-04-04T22:22:57Z</dcterms:modified>
</cp:coreProperties>
</file>