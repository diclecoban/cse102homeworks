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F7C63F1-004F-5E93-0E02-550289242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D1C3ECA-FAF5-44BD-FD79-39CFDE5C5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B154AE5-F023-71DD-3919-26A264EB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05B0-EF1E-334B-A58B-7763191307B8}" type="datetimeFigureOut">
              <a:rPr lang="tr-TR" smtClean="0"/>
              <a:t>24.05.2023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6903D3D-B1CC-DF47-BEFD-0A3B9D3D2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8292909-C6A4-79ED-7E40-61CCB1A90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C1057-D092-F748-9B08-7E1588E4C80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20449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E86C204-77E0-FEEF-4A42-0844759D5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4C23483-4A42-CF51-6882-5BBB6FC97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D6C02A8-DF05-FAF2-A7D7-B638981F3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05B0-EF1E-334B-A58B-7763191307B8}" type="datetimeFigureOut">
              <a:rPr lang="tr-TR" smtClean="0"/>
              <a:t>24.05.2023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4EA66D5-C3FE-0442-4190-727FE7DD2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6CE24AD-9DFF-E2D2-BCBA-6AD011C24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C1057-D092-F748-9B08-7E1588E4C80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96342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FC02A0F-C2DD-0356-71CF-07285B7C4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652CE84-DF78-2878-AC5A-0F083EF48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44B2DCF-8810-D537-746C-A8ED9C4CD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05B0-EF1E-334B-A58B-7763191307B8}" type="datetimeFigureOut">
              <a:rPr lang="tr-TR" smtClean="0"/>
              <a:t>24.05.2023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4811241-97EA-2C3B-73E6-EA91CA42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A3E059C-76E4-824E-36E0-AB74CCF7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C1057-D092-F748-9B08-7E1588E4C80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57054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AE64D6F-13E5-F66C-B8DD-1828EA6C2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8FC7B27-AE4A-BF6B-2DAB-FEC0C89D26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6B46FE34-2E89-1E43-FD53-7794F6B744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2D591D9-9221-CB54-9F21-DF3B44A3F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05B0-EF1E-334B-A58B-7763191307B8}" type="datetimeFigureOut">
              <a:rPr lang="tr-TR" smtClean="0"/>
              <a:t>24.05.2023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C4114BD-3377-7160-9DAC-65C8F2D45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A006725-CAF4-C4A2-A17A-60785CD7D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C1057-D092-F748-9B08-7E1588E4C80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02756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3A2F2C2-E719-BE92-65FB-65E96B4AE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D2479E3-76FF-B26B-2876-9EC946DC7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10EB84D-105A-618C-4B03-6B1D70B09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273640AC-4D34-3C54-3B8F-7861BF562F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F64B54CB-3972-6A5E-31AA-557A712F5F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0CD15B1A-49F2-4D29-8CCF-BF4B95BCB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05B0-EF1E-334B-A58B-7763191307B8}" type="datetimeFigureOut">
              <a:rPr lang="tr-TR" smtClean="0"/>
              <a:t>24.05.2023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D205F136-AAA2-3AA5-5164-19B55D926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85E91847-6FBB-4448-F482-E42C9ADD7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C1057-D092-F748-9B08-7E1588E4C80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6308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0281B28-BF84-8B7C-4F52-4F56428E8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E174BD8-8051-9BEC-3E1C-5EB10CFDD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05B0-EF1E-334B-A58B-7763191307B8}" type="datetimeFigureOut">
              <a:rPr lang="tr-TR" smtClean="0"/>
              <a:t>24.05.2023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5AD915E8-E81E-9FCA-4C0B-4A8468AEA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34E63DD5-712F-9FBE-B883-9EA2E47E6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C1057-D092-F748-9B08-7E1588E4C80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3178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D65F15D4-8D2F-3F51-5ED4-FD9DBE022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05B0-EF1E-334B-A58B-7763191307B8}" type="datetimeFigureOut">
              <a:rPr lang="tr-TR" smtClean="0"/>
              <a:t>24.05.2023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C3693190-D4B2-9C46-155A-F83B4451D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BC73C0D2-2B37-11F3-FDD8-2A6353CFB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C1057-D092-F748-9B08-7E1588E4C80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85418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AFB62A8-F047-56F3-396B-220D31ECF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E3FED6C-48B8-838D-84DB-EF4C9EC49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C7A7F6E-8FDF-B798-23CF-5E3FF656C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976609D-8041-E5D6-3507-24EAEDD6B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05B0-EF1E-334B-A58B-7763191307B8}" type="datetimeFigureOut">
              <a:rPr lang="tr-TR" smtClean="0"/>
              <a:t>24.05.2023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C1C98A5-FD84-1988-650D-2F2D660AA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92C2C59-1ADE-7FB9-A282-05553B920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C1057-D092-F748-9B08-7E1588E4C80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2634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6B3A1AF-ACB6-E877-62FA-E614D989A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8962F14E-43F8-AAF2-D18A-70321286D2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0F0A6224-90D3-DF7F-FBE3-844D1EE782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6E166FE-A826-2F74-B50E-109688834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05B0-EF1E-334B-A58B-7763191307B8}" type="datetimeFigureOut">
              <a:rPr lang="tr-TR" smtClean="0"/>
              <a:t>24.05.2023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045E1EE-5D21-4A8D-45F2-A22A81DB2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DBCCA169-0B3E-AD82-47BA-E27A45531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C1057-D092-F748-9B08-7E1588E4C80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52516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C2E4816-7E91-51FF-EEAD-7967C58C3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12081A8-CDB3-387D-1578-D24B03067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02443E4-7A7A-EBBC-BAA5-B0FE1124D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05B0-EF1E-334B-A58B-7763191307B8}" type="datetimeFigureOut">
              <a:rPr lang="tr-TR" smtClean="0"/>
              <a:t>24.05.2023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C67B93D-2A04-D528-23D2-291F50A3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4BC4D8D-C2C7-51B6-49CC-F2D7D4DA9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C1057-D092-F748-9B08-7E1588E4C80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10434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6EE61BF7-CCBC-76F4-7BE0-38E22A80DB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4BEF87E-C20A-AEE2-2C69-8BEDDBB85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28F11C8-5112-73CA-0DAD-1DD292AD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05B0-EF1E-334B-A58B-7763191307B8}" type="datetimeFigureOut">
              <a:rPr lang="tr-TR" smtClean="0"/>
              <a:t>24.05.2023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AA55547-3BD8-9C45-4B12-0D91CF59D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1C4015F-D8A0-5A94-C4ED-273FA1DA3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C1057-D092-F748-9B08-7E1588E4C80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33760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099A4D03-5314-7A60-D879-0456C2CCC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962318D-2861-4B3E-E64F-F81339D30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FDD7513-CDEC-8D2B-7954-FE0A4406C8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B05B0-EF1E-334B-A58B-7763191307B8}" type="datetimeFigureOut">
              <a:rPr lang="tr-TR" smtClean="0"/>
              <a:t>24.05.2023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40E4AD6-83CB-F430-EEB9-665094FC5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F7F164A-B05B-FBCE-442C-85AAF97DE2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C1057-D092-F748-9B08-7E1588E4C80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89075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Resim 14" descr="metin, ekran görüntüsü, bilgisayar, yazılım içeren bir resim&#10;&#10;Açıklama otomatik olarak oluşturuldu">
            <a:extLst>
              <a:ext uri="{FF2B5EF4-FFF2-40B4-BE49-F238E27FC236}">
                <a16:creationId xmlns:a16="http://schemas.microsoft.com/office/drawing/2014/main" id="{86515E70-BC73-39F3-3A9D-A35278968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46" y="297320"/>
            <a:ext cx="8883213" cy="6263359"/>
          </a:xfrm>
          <a:prstGeom prst="rect">
            <a:avLst/>
          </a:prstGeom>
        </p:spPr>
      </p:pic>
      <p:pic>
        <p:nvPicPr>
          <p:cNvPr id="17" name="Resim 16" descr="metin, multimedya yazılımı, yazılım, ekran görüntüsü içeren bir resim&#10;&#10;Açıklama otomatik olarak oluşturuldu">
            <a:extLst>
              <a:ext uri="{FF2B5EF4-FFF2-40B4-BE49-F238E27FC236}">
                <a16:creationId xmlns:a16="http://schemas.microsoft.com/office/drawing/2014/main" id="{F6AA3370-47D1-526D-2F4A-83F9D5E306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30840" t="1048" r="87517" b="5244"/>
          <a:stretch/>
        </p:blipFill>
        <p:spPr>
          <a:xfrm>
            <a:off x="724243" y="3248439"/>
            <a:ext cx="5763054" cy="3312240"/>
          </a:xfrm>
          <a:prstGeom prst="rect">
            <a:avLst/>
          </a:prstGeom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6EF6FD4A-3F27-1614-54D8-5496A9990744}"/>
              </a:ext>
            </a:extLst>
          </p:cNvPr>
          <p:cNvSpPr txBox="1"/>
          <p:nvPr/>
        </p:nvSpPr>
        <p:spPr>
          <a:xfrm>
            <a:off x="9101516" y="1519880"/>
            <a:ext cx="29038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Oyunu kullanıcı olarak bitiremediğim için sonucu kaç hamle olduğunu</a:t>
            </a:r>
          </a:p>
          <a:p>
            <a:r>
              <a:rPr lang="tr-TR" dirty="0" err="1"/>
              <a:t>vs</a:t>
            </a:r>
            <a:r>
              <a:rPr lang="tr-TR" dirty="0"/>
              <a:t> ekleyemedim hocam kodumdan bakabilirsiniz her hamle sonrasında </a:t>
            </a:r>
            <a:r>
              <a:rPr lang="tr-TR" dirty="0" err="1"/>
              <a:t>move</a:t>
            </a:r>
            <a:r>
              <a:rPr lang="tr-TR" dirty="0"/>
              <a:t> bir artıyor </a:t>
            </a:r>
          </a:p>
          <a:p>
            <a:r>
              <a:rPr lang="tr-TR" dirty="0"/>
              <a:t>ve oyun biterse </a:t>
            </a:r>
            <a:r>
              <a:rPr lang="tr-TR" dirty="0" err="1"/>
              <a:t>calculatescore</a:t>
            </a:r>
            <a:r>
              <a:rPr lang="tr-TR" dirty="0"/>
              <a:t> fonksiyonu sayesinde skorunu hesaplıyor</a:t>
            </a:r>
          </a:p>
        </p:txBody>
      </p:sp>
    </p:spTree>
    <p:extLst>
      <p:ext uri="{BB962C8B-B14F-4D97-AF65-F5344CB8AC3E}">
        <p14:creationId xmlns:p14="http://schemas.microsoft.com/office/powerpoint/2010/main" val="1915430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, ekran görüntüsü, bilgisayar, yazılım içeren bir resim&#10;&#10;Açıklama otomatik olarak oluşturuldu">
            <a:extLst>
              <a:ext uri="{FF2B5EF4-FFF2-40B4-BE49-F238E27FC236}">
                <a16:creationId xmlns:a16="http://schemas.microsoft.com/office/drawing/2014/main" id="{502C9F83-504B-1D8A-2E53-D78FD3DB2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39" y="161101"/>
            <a:ext cx="10055074" cy="6535798"/>
          </a:xfrm>
          <a:prstGeom prst="rect">
            <a:avLst/>
          </a:prstGeom>
        </p:spPr>
      </p:pic>
      <p:pic>
        <p:nvPicPr>
          <p:cNvPr id="7" name="Resim 6" descr="multimedya yazılımı, metin, yazılım, grafik yazılımı içeren bir resim&#10;&#10;Açıklama otomatik olarak oluşturuldu">
            <a:extLst>
              <a:ext uri="{FF2B5EF4-FFF2-40B4-BE49-F238E27FC236}">
                <a16:creationId xmlns:a16="http://schemas.microsoft.com/office/drawing/2014/main" id="{BCD0F007-3582-7E2F-E3E2-B1432800C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177" y="3406961"/>
            <a:ext cx="9855636" cy="328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26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 descr="metin, multimedya yazılımı, yazılım, grafik yazılımı içeren bir resim&#10;&#10;Açıklama otomatik olarak oluşturuldu">
            <a:extLst>
              <a:ext uri="{FF2B5EF4-FFF2-40B4-BE49-F238E27FC236}">
                <a16:creationId xmlns:a16="http://schemas.microsoft.com/office/drawing/2014/main" id="{A90472A8-A0D1-428B-DD3E-CD816D485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40" y="220354"/>
            <a:ext cx="9863411" cy="6417292"/>
          </a:xfrm>
          <a:prstGeom prst="rect">
            <a:avLst/>
          </a:prstGeom>
        </p:spPr>
      </p:pic>
      <p:pic>
        <p:nvPicPr>
          <p:cNvPr id="9" name="Resim 8" descr="ekran görüntüsü, metin, multimedya yazılımı, yazılım içeren bir resim&#10;&#10;Açıklama otomatik olarak oluşturuldu">
            <a:extLst>
              <a:ext uri="{FF2B5EF4-FFF2-40B4-BE49-F238E27FC236}">
                <a16:creationId xmlns:a16="http://schemas.microsoft.com/office/drawing/2014/main" id="{E52002B0-92B6-4C6B-4BAF-CD73242FF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753" y="666968"/>
            <a:ext cx="7772400" cy="4822701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1AA502BF-ED4A-3878-B396-2E313F6E267F}"/>
              </a:ext>
            </a:extLst>
          </p:cNvPr>
          <p:cNvSpPr txBox="1"/>
          <p:nvPr/>
        </p:nvSpPr>
        <p:spPr>
          <a:xfrm>
            <a:off x="5274111" y="1877989"/>
            <a:ext cx="38593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chemeClr val="bg1"/>
                </a:solidFill>
              </a:rPr>
              <a:t>Anladığım kadarıyla bir </a:t>
            </a:r>
            <a:r>
              <a:rPr lang="tr-TR" dirty="0" err="1">
                <a:solidFill>
                  <a:schemeClr val="bg1"/>
                </a:solidFill>
              </a:rPr>
              <a:t>stack</a:t>
            </a:r>
            <a:r>
              <a:rPr lang="tr-TR" dirty="0">
                <a:solidFill>
                  <a:schemeClr val="bg1"/>
                </a:solidFill>
              </a:rPr>
              <a:t> problemi yaşadım. Bilgisayar oyunu çözemedi</a:t>
            </a:r>
          </a:p>
          <a:p>
            <a:r>
              <a:rPr lang="tr-TR" dirty="0">
                <a:solidFill>
                  <a:schemeClr val="bg1"/>
                </a:solidFill>
              </a:rPr>
              <a:t>Ama istediğiniz gibi </a:t>
            </a:r>
            <a:r>
              <a:rPr lang="tr-TR" dirty="0" err="1">
                <a:solidFill>
                  <a:schemeClr val="bg1"/>
                </a:solidFill>
              </a:rPr>
              <a:t>recursive</a:t>
            </a:r>
            <a:r>
              <a:rPr lang="tr-TR" dirty="0">
                <a:solidFill>
                  <a:schemeClr val="bg1"/>
                </a:solidFill>
              </a:rPr>
              <a:t> ile her hamleyi </a:t>
            </a:r>
            <a:r>
              <a:rPr lang="tr-TR" dirty="0" err="1">
                <a:solidFill>
                  <a:schemeClr val="bg1"/>
                </a:solidFill>
              </a:rPr>
              <a:t>random</a:t>
            </a:r>
            <a:r>
              <a:rPr lang="tr-TR" dirty="0">
                <a:solidFill>
                  <a:schemeClr val="bg1"/>
                </a:solidFill>
              </a:rPr>
              <a:t> yaptırdım</a:t>
            </a:r>
          </a:p>
        </p:txBody>
      </p:sp>
    </p:spTree>
    <p:extLst>
      <p:ext uri="{BB962C8B-B14F-4D97-AF65-F5344CB8AC3E}">
        <p14:creationId xmlns:p14="http://schemas.microsoft.com/office/powerpoint/2010/main" val="1063049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, ekran görüntüsü içeren bir resim&#10;&#10;Açıklama otomatik olarak oluşturuldu">
            <a:extLst>
              <a:ext uri="{FF2B5EF4-FFF2-40B4-BE49-F238E27FC236}">
                <a16:creationId xmlns:a16="http://schemas.microsoft.com/office/drawing/2014/main" id="{C1B4F618-B450-C399-6EF4-3BF08A151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8" y="1742303"/>
            <a:ext cx="10879444" cy="399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685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47</Words>
  <Application>Microsoft Macintosh PowerPoint</Application>
  <PresentationFormat>Geniş ekran</PresentationFormat>
  <Paragraphs>5</Paragraphs>
  <Slides>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Teması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DİCLE ÇOBAN</dc:creator>
  <cp:lastModifiedBy>DİCLE ÇOBAN</cp:lastModifiedBy>
  <cp:revision>1</cp:revision>
  <dcterms:created xsi:type="dcterms:W3CDTF">2023-05-24T18:16:46Z</dcterms:created>
  <dcterms:modified xsi:type="dcterms:W3CDTF">2023-05-24T18:34:25Z</dcterms:modified>
</cp:coreProperties>
</file>