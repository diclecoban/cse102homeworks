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04" d="100"/>
          <a:sy n="104" d="100"/>
        </p:scale>
        <p:origin x="23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02C57D3-A097-43A6-E390-812233F7C5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8ACB7529-D52E-06C3-1DFA-DAFE963154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8C6FB491-811F-DD9D-BE27-5C8009088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E9166-3771-9747-90D8-1371DBEB80DA}" type="datetimeFigureOut">
              <a:rPr lang="tr-TR" smtClean="0"/>
              <a:t>27.06.2023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5F44BD41-B71B-6A27-ECB7-82F5410C0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28A192BC-0D6B-BCD1-FA92-A18D1C4CD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9A3CE-C368-624E-A882-12227BE23DE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462326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F3F00A2-0383-B0BC-2D2B-B815EF05E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DF0359A-FA1E-C325-E589-B47257782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BBB8C0A4-171C-863F-81E9-D46F65EDE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E9166-3771-9747-90D8-1371DBEB80DA}" type="datetimeFigureOut">
              <a:rPr lang="tr-TR" smtClean="0"/>
              <a:t>27.06.2023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0F442ED0-06AC-F598-128F-CEB6FCB0E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2EB1194C-2662-D3C8-ADD6-61C86F6C5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9A3CE-C368-624E-A882-12227BE23DE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821120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0258E97-B242-F503-72FD-90A91F5DB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E5DA55EB-72D6-FB76-0575-9E11C1987D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A5BA6082-750C-B4BA-8A37-B4B48DAD4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E9166-3771-9747-90D8-1371DBEB80DA}" type="datetimeFigureOut">
              <a:rPr lang="tr-TR" smtClean="0"/>
              <a:t>27.06.2023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B352EEF6-713F-DD0D-3AB4-AE1E73FEA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60D835D4-65F0-A634-8D99-CC0AD5362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9A3CE-C368-624E-A882-12227BE23DE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00574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8D68E81-AC89-FAFA-4715-F1CF349EB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76C443D-0A59-E369-4EC8-1C64C4BA06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7B39E0D8-A10E-EC07-02F5-3484EDF7C6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42933C3A-01B3-80DF-DB69-DDDA5F301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E9166-3771-9747-90D8-1371DBEB80DA}" type="datetimeFigureOut">
              <a:rPr lang="tr-TR" smtClean="0"/>
              <a:t>27.06.2023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90127504-32CB-4D78-4860-3DA20D73B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5DA16CFB-D83F-E221-D9E0-7B362C673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9A3CE-C368-624E-A882-12227BE23DE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030504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8AAFE1F-A1D1-F61D-5A3C-F501AB700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A796E93E-B81B-0B1C-69BE-7F726C1FA3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F46CA2FE-7949-B6DF-990F-AA041DF17F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75D6BA4B-D875-9DC3-E956-4E6F6F8EDA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434558D9-6C9A-E5C8-6EFC-C95E148017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8AC13691-4F56-8D9C-E65A-13EA3AAB4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E9166-3771-9747-90D8-1371DBEB80DA}" type="datetimeFigureOut">
              <a:rPr lang="tr-TR" smtClean="0"/>
              <a:t>27.06.2023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B83956C3-2260-116F-9246-1E72AD890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3438428A-FD8C-7AF5-4045-03293E423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9A3CE-C368-624E-A882-12227BE23DE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72919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9BFA86D-73E4-3FEB-2996-448BF4A17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7D32B9BA-FA45-A6CB-8093-612E8E58C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E9166-3771-9747-90D8-1371DBEB80DA}" type="datetimeFigureOut">
              <a:rPr lang="tr-TR" smtClean="0"/>
              <a:t>27.06.2023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C2B634D1-4A9D-6169-78C0-19C0DFCE1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AE4DC976-B3B7-BCBE-0CF8-9BEC90162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9A3CE-C368-624E-A882-12227BE23DE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809442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D1905F03-8956-8798-7A58-4BE3B3924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E9166-3771-9747-90D8-1371DBEB80DA}" type="datetimeFigureOut">
              <a:rPr lang="tr-TR" smtClean="0"/>
              <a:t>27.06.2023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45DE57CE-1F3E-FDFF-8BA9-4597201B3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A0B82CDB-5779-300B-6AC3-F328AA212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9A3CE-C368-624E-A882-12227BE23DE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36791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9F862E7-D51C-903A-D010-12A44228E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D2CA807-3753-8008-066B-B56BD9B87C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56962685-ED09-2A1D-53D5-C316AA89E4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0C69F9E0-3598-663C-FF90-86C82D1B4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E9166-3771-9747-90D8-1371DBEB80DA}" type="datetimeFigureOut">
              <a:rPr lang="tr-TR" smtClean="0"/>
              <a:t>27.06.2023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BAB9CBC2-9D44-62CC-E7DA-8276B7F1D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2A0D3AD3-C234-6497-0114-B07AFDA14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9A3CE-C368-624E-A882-12227BE23DE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379461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63AE6FB-B69E-3D90-01FB-9F633B4D7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2D46F32D-E8D2-1785-85EA-3CF7E0BAB6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FE16E629-0D20-DBE6-BA25-2568C3EA60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064F793D-1CB2-A235-EE69-98431A970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E9166-3771-9747-90D8-1371DBEB80DA}" type="datetimeFigureOut">
              <a:rPr lang="tr-TR" smtClean="0"/>
              <a:t>27.06.2023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9BBFF93E-8D96-E50D-0BB3-98848CDDA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1A56D57B-570A-1405-DFBD-B10B7F9EF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9A3CE-C368-624E-A882-12227BE23DE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120984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4C1CFE8-5248-B600-21AD-E706E6466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2D60CB12-77E9-724F-F6D3-6E84C2DB36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2EA38A5B-20B2-3DE6-9E07-46296A38D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E9166-3771-9747-90D8-1371DBEB80DA}" type="datetimeFigureOut">
              <a:rPr lang="tr-TR" smtClean="0"/>
              <a:t>27.06.2023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E413EB63-EC1A-6B38-2BB4-DF71779C7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EBAC91BE-1B89-97CB-893D-0E4CD2062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9A3CE-C368-624E-A882-12227BE23DE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848472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D0B6EA2B-73C4-DA64-7326-A8E2EA5324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B8163DF9-B443-934A-DB6A-8800485283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3A2D4A2A-7E22-3B66-3698-245602BF9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E9166-3771-9747-90D8-1371DBEB80DA}" type="datetimeFigureOut">
              <a:rPr lang="tr-TR" smtClean="0"/>
              <a:t>27.06.2023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430BFAA2-6574-5B40-6A32-C9DDF9EDA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C3D9380E-2A24-A033-17E7-2D964E924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9A3CE-C368-624E-A882-12227BE23DE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11502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F554032E-73BF-E573-294A-3961107BD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4A5B7C52-4B0F-206B-ADE9-0860C4D987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FFB7A9A8-28C1-0F3E-7E09-4202CDB692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CE9166-3771-9747-90D8-1371DBEB80DA}" type="datetimeFigureOut">
              <a:rPr lang="tr-TR" smtClean="0"/>
              <a:t>27.06.2023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7E62C218-24EA-9254-998F-DFC270365C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13F0B949-F2F6-780A-D4AE-80EB8453E4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99A3CE-C368-624E-A882-12227BE23DE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998328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 descr="metin, ekran görüntüsü içeren bir resim&#10;&#10;Açıklama otomatik olarak oluşturuldu">
            <a:extLst>
              <a:ext uri="{FF2B5EF4-FFF2-40B4-BE49-F238E27FC236}">
                <a16:creationId xmlns:a16="http://schemas.microsoft.com/office/drawing/2014/main" id="{D2A8468D-5E19-616C-D0F9-C392393E06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834" y="0"/>
            <a:ext cx="515033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728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 descr="metin, ekran görüntüsü, yazılım, multimedya yazılımı içeren bir resim&#10;&#10;Açıklama otomatik olarak oluşturuldu">
            <a:extLst>
              <a:ext uri="{FF2B5EF4-FFF2-40B4-BE49-F238E27FC236}">
                <a16:creationId xmlns:a16="http://schemas.microsoft.com/office/drawing/2014/main" id="{59DC80E9-B45A-A36A-D990-1A38F1CD00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171" y="1041363"/>
            <a:ext cx="7772400" cy="4775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6182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Geniş ekran</PresentationFormat>
  <Paragraphs>0</Paragraphs>
  <Slides>2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Teması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DİCLE ÇOBAN</dc:creator>
  <cp:lastModifiedBy>DİCLE ÇOBAN</cp:lastModifiedBy>
  <cp:revision>1</cp:revision>
  <dcterms:created xsi:type="dcterms:W3CDTF">2023-06-27T20:31:47Z</dcterms:created>
  <dcterms:modified xsi:type="dcterms:W3CDTF">2023-06-27T20:32:16Z</dcterms:modified>
</cp:coreProperties>
</file>