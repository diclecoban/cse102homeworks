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982CDE-474E-0869-7DA5-91CA01E2F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0F037DDA-80BF-EA8B-4423-208A74054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E2ACABA-0723-646A-7C4D-38346308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BC3E-7A0F-484D-AC9B-079134C73764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2E24440-9EA4-70C3-A36F-3F9EF651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B5B20DF-C4D7-196C-1FBD-E3F6BADB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0152-4DCD-4D45-A907-24370146C9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22051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3C1499-BC85-9C92-DFDD-5A9EFD967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9DF3F1F-D08D-F4B2-8D8D-C7F18887E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E504865-618D-9254-DF84-85C934A3A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BC3E-7A0F-484D-AC9B-079134C73764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C27D08F-F0AA-8E72-667F-C6578AC4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912FB7E-8EC5-6D82-0FB1-4D8E771B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0152-4DCD-4D45-A907-24370146C9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9612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37F8BE6-A477-A329-D7A9-E1CEC807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558E271-05EA-86C4-3162-800C2AAD9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71E539D-187D-4853-0D76-A3EC69809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BC3E-7A0F-484D-AC9B-079134C73764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9E0B93B-907E-34A9-25F7-C5BE558FA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625F75A-86F3-7772-ED61-70F58C7B8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0152-4DCD-4D45-A907-24370146C9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6658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6B9737-C99F-4BD5-3B68-A67BBB515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13ED816-89CF-061D-030F-CBA1446CB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5770D95-F59A-D9F7-20EE-701A85549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153A38C-C548-ED36-05A5-B1D0E14F6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BC3E-7A0F-484D-AC9B-079134C73764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C7AE1C8-81BF-FFDC-A4BE-08E0DFB42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BD576E9-A80E-294E-1543-36B37BCD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0152-4DCD-4D45-A907-24370146C9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527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D04723-E4BD-EC5F-ED80-D2FE2221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F1815A8-F882-9C0D-4190-E1186498D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394F2F0-5EBC-8A79-041F-74F8BE80A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B9DFF36F-D645-C3B9-2D27-2961A9602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9846BB3-D476-2B37-A7A0-6EA3287F1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6422031C-7B05-803B-24AC-2DDC53623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BC3E-7A0F-484D-AC9B-079134C73764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BE9A640-19FC-6EC5-38C4-F2028DC2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4166C16-E9B8-C77B-1352-12EA1DC79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0152-4DCD-4D45-A907-24370146C9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2322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E478CD-5DB5-4FF4-E22F-6F6D8832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398B0CF-449D-E68B-FFC2-80139026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BC3E-7A0F-484D-AC9B-079134C73764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BB63BDE-44EE-695B-24B1-36DBB8350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F2F6498-E720-7ADC-3EBE-ECD870FAD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0152-4DCD-4D45-A907-24370146C9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8094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2A6F53CC-B321-2E46-B8BF-375E6517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BC3E-7A0F-484D-AC9B-079134C73764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C025B23-D6E8-28C7-8F7D-1A1779E98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FAD17CA-F3A3-A129-E753-E4EA369E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0152-4DCD-4D45-A907-24370146C9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1810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EC357C-7BA6-4823-89DF-A643ECD4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B480E4F-C948-AEAF-F977-0B94F87C4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F53A022-5960-2CCC-6793-DF9455771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2CADB39-43C6-7A45-3A0C-F7FAB650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BC3E-7A0F-484D-AC9B-079134C73764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80C98DA-35D5-772D-57E5-F50C9DE27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2DB4855-8A39-2C52-2F77-1879C905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0152-4DCD-4D45-A907-24370146C9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102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0A6E64-155C-2F4D-0A54-9B7D4E596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3EB74148-33A8-EBBA-AAEA-3CCBE068DD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0E45B93-908B-0415-DDC8-32A206979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73EF8F1-67AE-273C-7333-6A12FD38E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BC3E-7A0F-484D-AC9B-079134C73764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BB0A8AE-650D-AA64-EE45-C26060A6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D660F6E-BC48-B902-01CC-EEF84BE4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0152-4DCD-4D45-A907-24370146C9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7354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02F16C2-8DA2-689E-9C92-8C417C0E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CF58D4D-AFBF-0C12-7B96-A4B72C74A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EB90D36-B814-FAEF-BD1A-6858EECA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BC3E-7A0F-484D-AC9B-079134C73764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AB8E64B-034A-FBE7-008A-9B6F4082D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A4D4970-059D-282C-E04E-CA5AB095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0152-4DCD-4D45-A907-24370146C9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0840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CD5577CC-37B5-82FB-1C01-DA47656952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47E4C82-60F5-9F93-5FE8-79E89154D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291CF25-B056-4C48-A6B5-B069B0150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BC3E-7A0F-484D-AC9B-079134C73764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2709E5D-B59F-EB7C-4BB1-29705AAC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23D78F8-79B1-63A8-F651-C1F68400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0152-4DCD-4D45-A907-24370146C9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6625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5B0F4FFD-0618-E2D3-089F-2AF149CF0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40DF3B5-C593-C94D-B89B-EF54B72DC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647C4F8-5C83-DA39-DD05-EF027A0FE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1BC3E-7A0F-484D-AC9B-079134C73764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6F2F1AA-0B44-2FA2-A11E-CFE7EFD81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978BE61-1C74-7830-D45E-DB6AA22E7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20152-4DCD-4D45-A907-24370146C9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 descr="metin, menü, ekran görüntüsü, yazı tipi içeren bir resim&#10;&#10;Açıklama otomatik olarak oluşturuldu">
            <a:extLst>
              <a:ext uri="{FF2B5EF4-FFF2-40B4-BE49-F238E27FC236}">
                <a16:creationId xmlns:a16="http://schemas.microsoft.com/office/drawing/2014/main" id="{9D33B4E4-7142-EE64-DE58-EF283830A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053" y="0"/>
            <a:ext cx="6581496" cy="6858000"/>
          </a:xfrm>
          <a:prstGeom prst="rect">
            <a:avLst/>
          </a:prstGeom>
        </p:spPr>
      </p:pic>
      <p:pic>
        <p:nvPicPr>
          <p:cNvPr id="11" name="Resim 10" descr="metin, menü, ekran görüntüsü, yazı tipi içeren bir resim&#10;&#10;Açıklama otomatik olarak oluşturuldu">
            <a:extLst>
              <a:ext uri="{FF2B5EF4-FFF2-40B4-BE49-F238E27FC236}">
                <a16:creationId xmlns:a16="http://schemas.microsoft.com/office/drawing/2014/main" id="{4FC7EA1F-4F45-F9A6-8E63-B57FA4C5F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48" y="0"/>
            <a:ext cx="6730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35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yazı tipi, menü içeren bir resim&#10;&#10;Açıklama otomatik olarak oluşturuldu">
            <a:extLst>
              <a:ext uri="{FF2B5EF4-FFF2-40B4-BE49-F238E27FC236}">
                <a16:creationId xmlns:a16="http://schemas.microsoft.com/office/drawing/2014/main" id="{0B6E6325-32FC-8805-4AA4-9E267B2E3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553228" cy="6858000"/>
          </a:xfrm>
          <a:prstGeom prst="rect">
            <a:avLst/>
          </a:prstGeom>
        </p:spPr>
      </p:pic>
      <p:pic>
        <p:nvPicPr>
          <p:cNvPr id="5" name="Resim 4" descr="metin, ekran görüntüsü, menü, yazı tipi içeren bir resim&#10;&#10;Açıklama otomatik olarak oluşturuldu">
            <a:extLst>
              <a:ext uri="{FF2B5EF4-FFF2-40B4-BE49-F238E27FC236}">
                <a16:creationId xmlns:a16="http://schemas.microsoft.com/office/drawing/2014/main" id="{32007467-2468-47DD-79A2-96073F1C9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093" y="0"/>
            <a:ext cx="67483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962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Geniş ekran</PresentationFormat>
  <Paragraphs>0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Teması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2023-06-27T20:09:59Z</dcterms:created>
  <dcterms:modified xsi:type="dcterms:W3CDTF">2023-06-27T20:11:25Z</dcterms:modified>
</cp:coreProperties>
</file>